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58" r:id="rId3"/>
    <p:sldId id="263" r:id="rId4"/>
    <p:sldId id="264" r:id="rId5"/>
    <p:sldId id="269" r:id="rId6"/>
    <p:sldId id="267" r:id="rId7"/>
    <p:sldId id="260" r:id="rId8"/>
  </p:sldIdLst>
  <p:sldSz cx="9144000" cy="5143500" type="screen16x9"/>
  <p:notesSz cx="6858000" cy="9144000"/>
  <p:embeddedFontLst>
    <p:embeddedFont>
      <p:font typeface="Chivo" panose="020B0604020202020204" charset="0"/>
      <p:regular r:id="rId10"/>
      <p:bold r:id="rId11"/>
      <p:italic r:id="rId12"/>
      <p:boldItalic r:id="rId13"/>
    </p:embeddedFont>
    <p:embeddedFont>
      <p:font typeface="Bodoni Moda" panose="020B0604020202020204" charset="0"/>
      <p:regular r:id="rId14"/>
      <p:bold r:id="rId15"/>
      <p:italic r:id="rId16"/>
      <p:boldItalic r:id="rId17"/>
    </p:embeddedFont>
    <p:embeddedFont>
      <p:font typeface="Bodoni Moda Black" panose="020B060402020202020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980775-ECFF-4DAE-97EE-173F3BB046AB}">
  <a:tblStyle styleId="{18980775-ECFF-4DAE-97EE-173F3BB046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23B4AB-B011-4B24-9DE6-45CD0D26AD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80b020188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80b020188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96950" y="1508475"/>
            <a:ext cx="63501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675" y="3159225"/>
            <a:ext cx="4528800" cy="47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" name="Google Shape;14;p2"/>
          <p:cNvGrpSpPr/>
          <p:nvPr/>
        </p:nvGrpSpPr>
        <p:grpSpPr>
          <a:xfrm>
            <a:off x="8252481" y="539495"/>
            <a:ext cx="621873" cy="143698"/>
            <a:chOff x="6866421" y="671425"/>
            <a:chExt cx="1012822" cy="234036"/>
          </a:xfrm>
        </p:grpSpPr>
        <p:grpSp>
          <p:nvGrpSpPr>
            <p:cNvPr id="15" name="Google Shape;15;p2"/>
            <p:cNvGrpSpPr/>
            <p:nvPr/>
          </p:nvGrpSpPr>
          <p:grpSpPr>
            <a:xfrm>
              <a:off x="6866421" y="671425"/>
              <a:ext cx="256664" cy="234036"/>
              <a:chOff x="2574625" y="1658650"/>
              <a:chExt cx="2081625" cy="189810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7244500" y="671425"/>
              <a:ext cx="256664" cy="234036"/>
              <a:chOff x="2574625" y="1658650"/>
              <a:chExt cx="2081625" cy="189810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" name="Google Shape;29;p2"/>
            <p:cNvGrpSpPr/>
            <p:nvPr/>
          </p:nvGrpSpPr>
          <p:grpSpPr>
            <a:xfrm>
              <a:off x="7622579" y="671425"/>
              <a:ext cx="256664" cy="234036"/>
              <a:chOff x="2574625" y="1658650"/>
              <a:chExt cx="2081625" cy="1898100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" name="Google Shape;36;p2"/>
          <p:cNvGrpSpPr/>
          <p:nvPr/>
        </p:nvGrpSpPr>
        <p:grpSpPr>
          <a:xfrm>
            <a:off x="-57014" y="3126649"/>
            <a:ext cx="2021254" cy="1880498"/>
            <a:chOff x="-1066733" y="121433"/>
            <a:chExt cx="2166403" cy="2015539"/>
          </a:xfrm>
        </p:grpSpPr>
        <p:grpSp>
          <p:nvGrpSpPr>
            <p:cNvPr id="37" name="Google Shape;37;p2"/>
            <p:cNvGrpSpPr/>
            <p:nvPr/>
          </p:nvGrpSpPr>
          <p:grpSpPr>
            <a:xfrm>
              <a:off x="-455530" y="351567"/>
              <a:ext cx="1555200" cy="1555200"/>
              <a:chOff x="-455530" y="351567"/>
              <a:chExt cx="1555200" cy="1555200"/>
            </a:xfrm>
          </p:grpSpPr>
          <p:sp>
            <p:nvSpPr>
              <p:cNvPr id="38" name="Google Shape;38;p2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" name="Google Shape;40;p2"/>
            <p:cNvGrpSpPr/>
            <p:nvPr/>
          </p:nvGrpSpPr>
          <p:grpSpPr>
            <a:xfrm rot="9515536">
              <a:off x="-836558" y="351608"/>
              <a:ext cx="1555189" cy="1555189"/>
              <a:chOff x="-455530" y="351567"/>
              <a:chExt cx="1555200" cy="1555200"/>
            </a:xfrm>
          </p:grpSpPr>
          <p:sp>
            <p:nvSpPr>
              <p:cNvPr id="41" name="Google Shape;41;p2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713225" y="327440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title" idx="2" hasCustomPrompt="1"/>
          </p:nvPr>
        </p:nvSpPr>
        <p:spPr>
          <a:xfrm>
            <a:off x="832300" y="2423600"/>
            <a:ext cx="1235700" cy="919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6" name="Google Shape;46;p3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47" name="Google Shape;47;p3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2317950" y="2283200"/>
            <a:ext cx="4508100" cy="22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38" name="Google Shape;138;p8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139" name="Google Shape;139;p8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8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1" name="Google Shape;141;p8"/>
          <p:cNvGrpSpPr/>
          <p:nvPr/>
        </p:nvGrpSpPr>
        <p:grpSpPr>
          <a:xfrm>
            <a:off x="3385324" y="457223"/>
            <a:ext cx="2373351" cy="2044932"/>
            <a:chOff x="3432646" y="457223"/>
            <a:chExt cx="2373351" cy="2044932"/>
          </a:xfrm>
        </p:grpSpPr>
        <p:grpSp>
          <p:nvGrpSpPr>
            <p:cNvPr id="142" name="Google Shape;142;p8"/>
            <p:cNvGrpSpPr/>
            <p:nvPr/>
          </p:nvGrpSpPr>
          <p:grpSpPr>
            <a:xfrm rot="3542364">
              <a:off x="4085062" y="754225"/>
              <a:ext cx="1451061" cy="1451061"/>
              <a:chOff x="-455530" y="351567"/>
              <a:chExt cx="1555200" cy="1555200"/>
            </a:xfrm>
          </p:grpSpPr>
          <p:sp>
            <p:nvSpPr>
              <p:cNvPr id="143" name="Google Shape;143;p8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" name="Google Shape;145;p8"/>
            <p:cNvGrpSpPr/>
            <p:nvPr/>
          </p:nvGrpSpPr>
          <p:grpSpPr>
            <a:xfrm rot="-8387701">
              <a:off x="3729581" y="754157"/>
              <a:ext cx="1451064" cy="1451064"/>
              <a:chOff x="-455530" y="351567"/>
              <a:chExt cx="1555200" cy="1555200"/>
            </a:xfrm>
          </p:grpSpPr>
          <p:sp>
            <p:nvSpPr>
              <p:cNvPr id="146" name="Google Shape;146;p8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51" name="Google Shape;151;p9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152" name="Google Shape;152;p9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9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4" name="Google Shape;154;p9"/>
          <p:cNvGrpSpPr/>
          <p:nvPr/>
        </p:nvGrpSpPr>
        <p:grpSpPr>
          <a:xfrm>
            <a:off x="8252481" y="4460295"/>
            <a:ext cx="621873" cy="143698"/>
            <a:chOff x="6866421" y="671425"/>
            <a:chExt cx="1012822" cy="234036"/>
          </a:xfrm>
        </p:grpSpPr>
        <p:grpSp>
          <p:nvGrpSpPr>
            <p:cNvPr id="155" name="Google Shape;155;p9"/>
            <p:cNvGrpSpPr/>
            <p:nvPr/>
          </p:nvGrpSpPr>
          <p:grpSpPr>
            <a:xfrm>
              <a:off x="6866421" y="671425"/>
              <a:ext cx="256664" cy="234036"/>
              <a:chOff x="2574625" y="1658650"/>
              <a:chExt cx="2081625" cy="1898100"/>
            </a:xfrm>
          </p:grpSpPr>
          <p:sp>
            <p:nvSpPr>
              <p:cNvPr id="156" name="Google Shape;156;p9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" name="Google Shape;162;p9"/>
            <p:cNvGrpSpPr/>
            <p:nvPr/>
          </p:nvGrpSpPr>
          <p:grpSpPr>
            <a:xfrm>
              <a:off x="7244500" y="671425"/>
              <a:ext cx="256664" cy="234036"/>
              <a:chOff x="2574625" y="1658650"/>
              <a:chExt cx="2081625" cy="1898100"/>
            </a:xfrm>
          </p:grpSpPr>
          <p:sp>
            <p:nvSpPr>
              <p:cNvPr id="163" name="Google Shape;163;p9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9"/>
            <p:cNvGrpSpPr/>
            <p:nvPr/>
          </p:nvGrpSpPr>
          <p:grpSpPr>
            <a:xfrm>
              <a:off x="7622579" y="671425"/>
              <a:ext cx="256664" cy="234036"/>
              <a:chOff x="2574625" y="1658650"/>
              <a:chExt cx="2081625" cy="18981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" name="Google Shape;176;p9"/>
          <p:cNvGrpSpPr/>
          <p:nvPr/>
        </p:nvGrpSpPr>
        <p:grpSpPr>
          <a:xfrm>
            <a:off x="269206" y="539495"/>
            <a:ext cx="621873" cy="143698"/>
            <a:chOff x="6866421" y="671425"/>
            <a:chExt cx="1012822" cy="234036"/>
          </a:xfrm>
        </p:grpSpPr>
        <p:grpSp>
          <p:nvGrpSpPr>
            <p:cNvPr id="177" name="Google Shape;177;p9"/>
            <p:cNvGrpSpPr/>
            <p:nvPr/>
          </p:nvGrpSpPr>
          <p:grpSpPr>
            <a:xfrm>
              <a:off x="6866421" y="671425"/>
              <a:ext cx="256664" cy="234036"/>
              <a:chOff x="2574625" y="1658650"/>
              <a:chExt cx="2081625" cy="1898100"/>
            </a:xfrm>
          </p:grpSpPr>
          <p:sp>
            <p:nvSpPr>
              <p:cNvPr id="178" name="Google Shape;178;p9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9"/>
            <p:cNvGrpSpPr/>
            <p:nvPr/>
          </p:nvGrpSpPr>
          <p:grpSpPr>
            <a:xfrm>
              <a:off x="7244500" y="671425"/>
              <a:ext cx="256664" cy="234036"/>
              <a:chOff x="2574625" y="1658650"/>
              <a:chExt cx="2081625" cy="18981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9"/>
            <p:cNvGrpSpPr/>
            <p:nvPr/>
          </p:nvGrpSpPr>
          <p:grpSpPr>
            <a:xfrm>
              <a:off x="7622579" y="671425"/>
              <a:ext cx="256664" cy="234036"/>
              <a:chOff x="2574625" y="1658650"/>
              <a:chExt cx="2081625" cy="1898100"/>
            </a:xfrm>
          </p:grpSpPr>
          <p:sp>
            <p:nvSpPr>
              <p:cNvPr id="192" name="Google Shape;192;p9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 idx="2" hasCustomPrompt="1"/>
          </p:nvPr>
        </p:nvSpPr>
        <p:spPr>
          <a:xfrm>
            <a:off x="899701" y="1438837"/>
            <a:ext cx="734700" cy="642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9" name="Google Shape;239;p13"/>
          <p:cNvSpPr txBox="1">
            <a:spLocks noGrp="1"/>
          </p:cNvSpPr>
          <p:nvPr>
            <p:ph type="title" idx="3" hasCustomPrompt="1"/>
          </p:nvPr>
        </p:nvSpPr>
        <p:spPr>
          <a:xfrm>
            <a:off x="4717499" y="1438837"/>
            <a:ext cx="734700" cy="642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0" name="Google Shape;240;p13"/>
          <p:cNvSpPr txBox="1">
            <a:spLocks noGrp="1"/>
          </p:cNvSpPr>
          <p:nvPr>
            <p:ph type="title" idx="4" hasCustomPrompt="1"/>
          </p:nvPr>
        </p:nvSpPr>
        <p:spPr>
          <a:xfrm>
            <a:off x="899701" y="2454600"/>
            <a:ext cx="734700" cy="640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 idx="5" hasCustomPrompt="1"/>
          </p:nvPr>
        </p:nvSpPr>
        <p:spPr>
          <a:xfrm>
            <a:off x="4717499" y="2454600"/>
            <a:ext cx="734700" cy="640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6" hasCustomPrompt="1"/>
          </p:nvPr>
        </p:nvSpPr>
        <p:spPr>
          <a:xfrm>
            <a:off x="899704" y="3468563"/>
            <a:ext cx="734700" cy="640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7" hasCustomPrompt="1"/>
          </p:nvPr>
        </p:nvSpPr>
        <p:spPr>
          <a:xfrm>
            <a:off x="4717491" y="3468563"/>
            <a:ext cx="734700" cy="640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1"/>
          </p:nvPr>
        </p:nvSpPr>
        <p:spPr>
          <a:xfrm>
            <a:off x="1786797" y="1529587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8"/>
          </p:nvPr>
        </p:nvSpPr>
        <p:spPr>
          <a:xfrm>
            <a:off x="1786797" y="2544000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9"/>
          </p:nvPr>
        </p:nvSpPr>
        <p:spPr>
          <a:xfrm>
            <a:off x="1786797" y="3558413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13"/>
          </p:nvPr>
        </p:nvSpPr>
        <p:spPr>
          <a:xfrm>
            <a:off x="5604599" y="1529587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4"/>
          </p:nvPr>
        </p:nvSpPr>
        <p:spPr>
          <a:xfrm>
            <a:off x="5604599" y="2544000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15"/>
          </p:nvPr>
        </p:nvSpPr>
        <p:spPr>
          <a:xfrm>
            <a:off x="5604599" y="3558413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grpSp>
        <p:nvGrpSpPr>
          <p:cNvPr id="250" name="Google Shape;250;p13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251" name="Google Shape;251;p13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13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3" name="Google Shape;253;p13"/>
          <p:cNvGrpSpPr/>
          <p:nvPr/>
        </p:nvGrpSpPr>
        <p:grpSpPr>
          <a:xfrm>
            <a:off x="8484630" y="4460284"/>
            <a:ext cx="389720" cy="143686"/>
            <a:chOff x="8041030" y="4460284"/>
            <a:chExt cx="389720" cy="143686"/>
          </a:xfrm>
        </p:grpSpPr>
        <p:grpSp>
          <p:nvGrpSpPr>
            <p:cNvPr id="254" name="Google Shape;254;p13"/>
            <p:cNvGrpSpPr/>
            <p:nvPr/>
          </p:nvGrpSpPr>
          <p:grpSpPr>
            <a:xfrm>
              <a:off x="8041030" y="4460284"/>
              <a:ext cx="157579" cy="143686"/>
              <a:chOff x="2574625" y="1658650"/>
              <a:chExt cx="2081625" cy="1898100"/>
            </a:xfrm>
          </p:grpSpPr>
          <p:sp>
            <p:nvSpPr>
              <p:cNvPr id="255" name="Google Shape;255;p13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1" name="Google Shape;261;p13"/>
            <p:cNvGrpSpPr/>
            <p:nvPr/>
          </p:nvGrpSpPr>
          <p:grpSpPr>
            <a:xfrm>
              <a:off x="8273171" y="4460284"/>
              <a:ext cx="157579" cy="143686"/>
              <a:chOff x="2574625" y="1658650"/>
              <a:chExt cx="2081625" cy="1898100"/>
            </a:xfrm>
          </p:grpSpPr>
          <p:sp>
            <p:nvSpPr>
              <p:cNvPr id="262" name="Google Shape;262;p13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bg>
      <p:bgPr>
        <a:solidFill>
          <a:schemeClr val="accen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15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298" name="Google Shape;298;p15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15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0" name="Google Shape;300;p15"/>
          <p:cNvGrpSpPr/>
          <p:nvPr/>
        </p:nvGrpSpPr>
        <p:grpSpPr>
          <a:xfrm>
            <a:off x="269205" y="539484"/>
            <a:ext cx="8605120" cy="4064511"/>
            <a:chOff x="269205" y="539484"/>
            <a:chExt cx="8605120" cy="4064511"/>
          </a:xfrm>
        </p:grpSpPr>
        <p:grpSp>
          <p:nvGrpSpPr>
            <p:cNvPr id="301" name="Google Shape;301;p15"/>
            <p:cNvGrpSpPr/>
            <p:nvPr/>
          </p:nvGrpSpPr>
          <p:grpSpPr>
            <a:xfrm>
              <a:off x="8484605" y="539484"/>
              <a:ext cx="389720" cy="143686"/>
              <a:chOff x="8484605" y="539484"/>
              <a:chExt cx="389720" cy="143686"/>
            </a:xfrm>
          </p:grpSpPr>
          <p:grpSp>
            <p:nvGrpSpPr>
              <p:cNvPr id="302" name="Google Shape;302;p15"/>
              <p:cNvGrpSpPr/>
              <p:nvPr/>
            </p:nvGrpSpPr>
            <p:grpSpPr>
              <a:xfrm>
                <a:off x="8484605" y="539484"/>
                <a:ext cx="157579" cy="143686"/>
                <a:chOff x="2574625" y="1658650"/>
                <a:chExt cx="2081625" cy="1898100"/>
              </a:xfrm>
            </p:grpSpPr>
            <p:sp>
              <p:nvSpPr>
                <p:cNvPr id="303" name="Google Shape;303;p15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15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15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306;p15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15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15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9" name="Google Shape;309;p15"/>
              <p:cNvGrpSpPr/>
              <p:nvPr/>
            </p:nvGrpSpPr>
            <p:grpSpPr>
              <a:xfrm>
                <a:off x="8716746" y="539484"/>
                <a:ext cx="157579" cy="143686"/>
                <a:chOff x="2574625" y="1658650"/>
                <a:chExt cx="2081625" cy="1898100"/>
              </a:xfrm>
            </p:grpSpPr>
            <p:sp>
              <p:nvSpPr>
                <p:cNvPr id="310" name="Google Shape;310;p15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15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15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5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" name="Google Shape;314;p15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" name="Google Shape;315;p15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6" name="Google Shape;316;p15"/>
            <p:cNvGrpSpPr/>
            <p:nvPr/>
          </p:nvGrpSpPr>
          <p:grpSpPr>
            <a:xfrm>
              <a:off x="269205" y="4460309"/>
              <a:ext cx="389720" cy="143686"/>
              <a:chOff x="8484605" y="539484"/>
              <a:chExt cx="389720" cy="143686"/>
            </a:xfrm>
          </p:grpSpPr>
          <p:grpSp>
            <p:nvGrpSpPr>
              <p:cNvPr id="317" name="Google Shape;317;p15"/>
              <p:cNvGrpSpPr/>
              <p:nvPr/>
            </p:nvGrpSpPr>
            <p:grpSpPr>
              <a:xfrm>
                <a:off x="8484605" y="539484"/>
                <a:ext cx="157579" cy="143686"/>
                <a:chOff x="2574625" y="1658650"/>
                <a:chExt cx="2081625" cy="1898100"/>
              </a:xfrm>
            </p:grpSpPr>
            <p:sp>
              <p:nvSpPr>
                <p:cNvPr id="318" name="Google Shape;318;p15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15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15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15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15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323;p15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4" name="Google Shape;324;p15"/>
              <p:cNvGrpSpPr/>
              <p:nvPr/>
            </p:nvGrpSpPr>
            <p:grpSpPr>
              <a:xfrm>
                <a:off x="8716746" y="539484"/>
                <a:ext cx="157579" cy="143686"/>
                <a:chOff x="2574625" y="1658650"/>
                <a:chExt cx="2081625" cy="1898100"/>
              </a:xfrm>
            </p:grpSpPr>
            <p:sp>
              <p:nvSpPr>
                <p:cNvPr id="325" name="Google Shape;325;p15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15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15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15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15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15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bg>
      <p:bgPr>
        <a:solidFill>
          <a:schemeClr val="accen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33" name="Google Shape;333;p16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334" name="Google Shape;334;p16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16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6" name="Google Shape;336;p16"/>
          <p:cNvGrpSpPr/>
          <p:nvPr/>
        </p:nvGrpSpPr>
        <p:grpSpPr>
          <a:xfrm>
            <a:off x="269193" y="4214273"/>
            <a:ext cx="143698" cy="389732"/>
            <a:chOff x="269193" y="4214273"/>
            <a:chExt cx="143698" cy="389732"/>
          </a:xfrm>
        </p:grpSpPr>
        <p:grpSp>
          <p:nvGrpSpPr>
            <p:cNvPr id="337" name="Google Shape;337;p16"/>
            <p:cNvGrpSpPr/>
            <p:nvPr/>
          </p:nvGrpSpPr>
          <p:grpSpPr>
            <a:xfrm rot="5400000">
              <a:off x="262246" y="4221220"/>
              <a:ext cx="157592" cy="143698"/>
              <a:chOff x="2574625" y="1658650"/>
              <a:chExt cx="2081625" cy="1898100"/>
            </a:xfrm>
          </p:grpSpPr>
          <p:sp>
            <p:nvSpPr>
              <p:cNvPr id="338" name="Google Shape;338;p16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6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6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6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" name="Google Shape;344;p16"/>
            <p:cNvGrpSpPr/>
            <p:nvPr/>
          </p:nvGrpSpPr>
          <p:grpSpPr>
            <a:xfrm rot="5400000">
              <a:off x="262246" y="4453360"/>
              <a:ext cx="157592" cy="143698"/>
              <a:chOff x="2574625" y="1658650"/>
              <a:chExt cx="2081625" cy="1898100"/>
            </a:xfrm>
          </p:grpSpPr>
          <p:sp>
            <p:nvSpPr>
              <p:cNvPr id="345" name="Google Shape;345;p16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8"/>
          <p:cNvSpPr txBox="1">
            <a:spLocks noGrp="1"/>
          </p:cNvSpPr>
          <p:nvPr>
            <p:ph type="subTitle" idx="1"/>
          </p:nvPr>
        </p:nvSpPr>
        <p:spPr>
          <a:xfrm>
            <a:off x="1373168" y="1831442"/>
            <a:ext cx="30555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subTitle" idx="2"/>
          </p:nvPr>
        </p:nvSpPr>
        <p:spPr>
          <a:xfrm>
            <a:off x="5157893" y="1831429"/>
            <a:ext cx="30540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subTitle" idx="3"/>
          </p:nvPr>
        </p:nvSpPr>
        <p:spPr>
          <a:xfrm>
            <a:off x="1373168" y="3381783"/>
            <a:ext cx="3055500" cy="10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subTitle" idx="4"/>
          </p:nvPr>
        </p:nvSpPr>
        <p:spPr>
          <a:xfrm>
            <a:off x="5157893" y="3381775"/>
            <a:ext cx="3054000" cy="10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subTitle" idx="5"/>
          </p:nvPr>
        </p:nvSpPr>
        <p:spPr>
          <a:xfrm>
            <a:off x="1373169" y="1429504"/>
            <a:ext cx="30555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91" name="Google Shape;391;p18"/>
          <p:cNvSpPr txBox="1">
            <a:spLocks noGrp="1"/>
          </p:cNvSpPr>
          <p:nvPr>
            <p:ph type="subTitle" idx="6"/>
          </p:nvPr>
        </p:nvSpPr>
        <p:spPr>
          <a:xfrm>
            <a:off x="1373169" y="2979933"/>
            <a:ext cx="30555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92" name="Google Shape;392;p18"/>
          <p:cNvSpPr txBox="1">
            <a:spLocks noGrp="1"/>
          </p:cNvSpPr>
          <p:nvPr>
            <p:ph type="subTitle" idx="7"/>
          </p:nvPr>
        </p:nvSpPr>
        <p:spPr>
          <a:xfrm>
            <a:off x="5157868" y="1429492"/>
            <a:ext cx="3054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93" name="Google Shape;393;p18"/>
          <p:cNvSpPr txBox="1">
            <a:spLocks noGrp="1"/>
          </p:cNvSpPr>
          <p:nvPr>
            <p:ph type="subTitle" idx="8"/>
          </p:nvPr>
        </p:nvSpPr>
        <p:spPr>
          <a:xfrm>
            <a:off x="5157868" y="2979925"/>
            <a:ext cx="3054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grpSp>
        <p:nvGrpSpPr>
          <p:cNvPr id="394" name="Google Shape;394;p18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395" name="Google Shape;395;p18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18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7" name="Google Shape;397;p18"/>
          <p:cNvGrpSpPr/>
          <p:nvPr/>
        </p:nvGrpSpPr>
        <p:grpSpPr>
          <a:xfrm>
            <a:off x="269215" y="539507"/>
            <a:ext cx="8605136" cy="4064470"/>
            <a:chOff x="269215" y="539507"/>
            <a:chExt cx="8605136" cy="4064470"/>
          </a:xfrm>
        </p:grpSpPr>
        <p:grpSp>
          <p:nvGrpSpPr>
            <p:cNvPr id="398" name="Google Shape;398;p18"/>
            <p:cNvGrpSpPr/>
            <p:nvPr/>
          </p:nvGrpSpPr>
          <p:grpSpPr>
            <a:xfrm>
              <a:off x="269215" y="4214257"/>
              <a:ext cx="143686" cy="389720"/>
              <a:chOff x="269215" y="4214257"/>
              <a:chExt cx="143686" cy="389720"/>
            </a:xfrm>
          </p:grpSpPr>
          <p:grpSp>
            <p:nvGrpSpPr>
              <p:cNvPr id="399" name="Google Shape;399;p18"/>
              <p:cNvGrpSpPr/>
              <p:nvPr/>
            </p:nvGrpSpPr>
            <p:grpSpPr>
              <a:xfrm rot="5400000">
                <a:off x="262269" y="4221203"/>
                <a:ext cx="157579" cy="143686"/>
                <a:chOff x="2574625" y="1658650"/>
                <a:chExt cx="2081625" cy="1898100"/>
              </a:xfrm>
            </p:grpSpPr>
            <p:sp>
              <p:nvSpPr>
                <p:cNvPr id="400" name="Google Shape;400;p18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18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18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18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18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18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6" name="Google Shape;406;p18"/>
              <p:cNvGrpSpPr/>
              <p:nvPr/>
            </p:nvGrpSpPr>
            <p:grpSpPr>
              <a:xfrm rot="5400000">
                <a:off x="262269" y="4453344"/>
                <a:ext cx="157579" cy="143686"/>
                <a:chOff x="2574625" y="1658650"/>
                <a:chExt cx="2081625" cy="1898100"/>
              </a:xfrm>
            </p:grpSpPr>
            <p:sp>
              <p:nvSpPr>
                <p:cNvPr id="407" name="Google Shape;407;p18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18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18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18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18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18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3" name="Google Shape;413;p18"/>
            <p:cNvGrpSpPr/>
            <p:nvPr/>
          </p:nvGrpSpPr>
          <p:grpSpPr>
            <a:xfrm>
              <a:off x="8730665" y="539507"/>
              <a:ext cx="143686" cy="389720"/>
              <a:chOff x="269215" y="4214257"/>
              <a:chExt cx="143686" cy="389720"/>
            </a:xfrm>
          </p:grpSpPr>
          <p:grpSp>
            <p:nvGrpSpPr>
              <p:cNvPr id="414" name="Google Shape;414;p18"/>
              <p:cNvGrpSpPr/>
              <p:nvPr/>
            </p:nvGrpSpPr>
            <p:grpSpPr>
              <a:xfrm rot="5400000">
                <a:off x="262269" y="4221203"/>
                <a:ext cx="157579" cy="143686"/>
                <a:chOff x="2574625" y="1658650"/>
                <a:chExt cx="2081625" cy="1898100"/>
              </a:xfrm>
            </p:grpSpPr>
            <p:sp>
              <p:nvSpPr>
                <p:cNvPr id="415" name="Google Shape;415;p18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18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18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18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18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18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1" name="Google Shape;421;p18"/>
              <p:cNvGrpSpPr/>
              <p:nvPr/>
            </p:nvGrpSpPr>
            <p:grpSpPr>
              <a:xfrm rot="5400000">
                <a:off x="262269" y="4453344"/>
                <a:ext cx="157579" cy="143686"/>
                <a:chOff x="2574625" y="1658650"/>
                <a:chExt cx="2081625" cy="1898100"/>
              </a:xfrm>
            </p:grpSpPr>
            <p:sp>
              <p:nvSpPr>
                <p:cNvPr id="422" name="Google Shape;422;p18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18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18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18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18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18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9"/>
          <p:cNvSpPr txBox="1">
            <a:spLocks noGrp="1"/>
          </p:cNvSpPr>
          <p:nvPr>
            <p:ph type="subTitle" idx="1"/>
          </p:nvPr>
        </p:nvSpPr>
        <p:spPr>
          <a:xfrm>
            <a:off x="713218" y="1841445"/>
            <a:ext cx="251730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9"/>
          <p:cNvSpPr txBox="1">
            <a:spLocks noGrp="1"/>
          </p:cNvSpPr>
          <p:nvPr>
            <p:ph type="subTitle" idx="2"/>
          </p:nvPr>
        </p:nvSpPr>
        <p:spPr>
          <a:xfrm>
            <a:off x="3312656" y="1841454"/>
            <a:ext cx="251460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9"/>
          <p:cNvSpPr txBox="1">
            <a:spLocks noGrp="1"/>
          </p:cNvSpPr>
          <p:nvPr>
            <p:ph type="subTitle" idx="3"/>
          </p:nvPr>
        </p:nvSpPr>
        <p:spPr>
          <a:xfrm>
            <a:off x="713218" y="3444074"/>
            <a:ext cx="251730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9"/>
          <p:cNvSpPr txBox="1">
            <a:spLocks noGrp="1"/>
          </p:cNvSpPr>
          <p:nvPr>
            <p:ph type="subTitle" idx="4"/>
          </p:nvPr>
        </p:nvSpPr>
        <p:spPr>
          <a:xfrm>
            <a:off x="3312656" y="3444070"/>
            <a:ext cx="251460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9"/>
          <p:cNvSpPr txBox="1">
            <a:spLocks noGrp="1"/>
          </p:cNvSpPr>
          <p:nvPr>
            <p:ph type="subTitle" idx="5"/>
          </p:nvPr>
        </p:nvSpPr>
        <p:spPr>
          <a:xfrm>
            <a:off x="5909394" y="1841454"/>
            <a:ext cx="251460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9"/>
          <p:cNvSpPr txBox="1">
            <a:spLocks noGrp="1"/>
          </p:cNvSpPr>
          <p:nvPr>
            <p:ph type="subTitle" idx="6"/>
          </p:nvPr>
        </p:nvSpPr>
        <p:spPr>
          <a:xfrm>
            <a:off x="5909394" y="3444070"/>
            <a:ext cx="251460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9"/>
          <p:cNvSpPr txBox="1">
            <a:spLocks noGrp="1"/>
          </p:cNvSpPr>
          <p:nvPr>
            <p:ph type="subTitle" idx="7"/>
          </p:nvPr>
        </p:nvSpPr>
        <p:spPr>
          <a:xfrm>
            <a:off x="714568" y="1416675"/>
            <a:ext cx="25146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37" name="Google Shape;437;p19"/>
          <p:cNvSpPr txBox="1">
            <a:spLocks noGrp="1"/>
          </p:cNvSpPr>
          <p:nvPr>
            <p:ph type="subTitle" idx="8"/>
          </p:nvPr>
        </p:nvSpPr>
        <p:spPr>
          <a:xfrm>
            <a:off x="3311981" y="1416684"/>
            <a:ext cx="25146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38" name="Google Shape;438;p19"/>
          <p:cNvSpPr txBox="1">
            <a:spLocks noGrp="1"/>
          </p:cNvSpPr>
          <p:nvPr>
            <p:ph type="subTitle" idx="9"/>
          </p:nvPr>
        </p:nvSpPr>
        <p:spPr>
          <a:xfrm>
            <a:off x="5909394" y="1416684"/>
            <a:ext cx="25146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39" name="Google Shape;439;p19"/>
          <p:cNvSpPr txBox="1">
            <a:spLocks noGrp="1"/>
          </p:cNvSpPr>
          <p:nvPr>
            <p:ph type="subTitle" idx="13"/>
          </p:nvPr>
        </p:nvSpPr>
        <p:spPr>
          <a:xfrm>
            <a:off x="713218" y="3016204"/>
            <a:ext cx="25173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40" name="Google Shape;440;p19"/>
          <p:cNvSpPr txBox="1">
            <a:spLocks noGrp="1"/>
          </p:cNvSpPr>
          <p:nvPr>
            <p:ph type="subTitle" idx="14"/>
          </p:nvPr>
        </p:nvSpPr>
        <p:spPr>
          <a:xfrm>
            <a:off x="3312656" y="3016200"/>
            <a:ext cx="25146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41" name="Google Shape;441;p19"/>
          <p:cNvSpPr txBox="1">
            <a:spLocks noGrp="1"/>
          </p:cNvSpPr>
          <p:nvPr>
            <p:ph type="subTitle" idx="15"/>
          </p:nvPr>
        </p:nvSpPr>
        <p:spPr>
          <a:xfrm>
            <a:off x="5909394" y="3016200"/>
            <a:ext cx="25146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18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 Moda"/>
              <a:buNone/>
              <a:defRPr sz="2400" b="1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grpSp>
        <p:nvGrpSpPr>
          <p:cNvPr id="442" name="Google Shape;442;p19"/>
          <p:cNvGrpSpPr/>
          <p:nvPr/>
        </p:nvGrpSpPr>
        <p:grpSpPr>
          <a:xfrm>
            <a:off x="269193" y="539507"/>
            <a:ext cx="8605160" cy="4064485"/>
            <a:chOff x="269193" y="539507"/>
            <a:chExt cx="8605160" cy="4064485"/>
          </a:xfrm>
        </p:grpSpPr>
        <p:grpSp>
          <p:nvGrpSpPr>
            <p:cNvPr id="443" name="Google Shape;443;p19"/>
            <p:cNvGrpSpPr/>
            <p:nvPr/>
          </p:nvGrpSpPr>
          <p:grpSpPr>
            <a:xfrm rot="5400000">
              <a:off x="30106" y="778595"/>
              <a:ext cx="621873" cy="143698"/>
              <a:chOff x="6866421" y="671425"/>
              <a:chExt cx="1012822" cy="234036"/>
            </a:xfrm>
          </p:grpSpPr>
          <p:grpSp>
            <p:nvGrpSpPr>
              <p:cNvPr id="444" name="Google Shape;444;p19"/>
              <p:cNvGrpSpPr/>
              <p:nvPr/>
            </p:nvGrpSpPr>
            <p:grpSpPr>
              <a:xfrm>
                <a:off x="6866421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445" name="Google Shape;445;p19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9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9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1" name="Google Shape;451;p19"/>
              <p:cNvGrpSpPr/>
              <p:nvPr/>
            </p:nvGrpSpPr>
            <p:grpSpPr>
              <a:xfrm>
                <a:off x="7244500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452" name="Google Shape;452;p19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8" name="Google Shape;458;p19"/>
              <p:cNvGrpSpPr/>
              <p:nvPr/>
            </p:nvGrpSpPr>
            <p:grpSpPr>
              <a:xfrm>
                <a:off x="7622579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459" name="Google Shape;459;p19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19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19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19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19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19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5" name="Google Shape;465;p19"/>
            <p:cNvGrpSpPr/>
            <p:nvPr/>
          </p:nvGrpSpPr>
          <p:grpSpPr>
            <a:xfrm>
              <a:off x="8252481" y="4460295"/>
              <a:ext cx="621873" cy="143698"/>
              <a:chOff x="6866421" y="671425"/>
              <a:chExt cx="1012822" cy="234036"/>
            </a:xfrm>
          </p:grpSpPr>
          <p:grpSp>
            <p:nvGrpSpPr>
              <p:cNvPr id="466" name="Google Shape;466;p19"/>
              <p:cNvGrpSpPr/>
              <p:nvPr/>
            </p:nvGrpSpPr>
            <p:grpSpPr>
              <a:xfrm>
                <a:off x="6866421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467" name="Google Shape;467;p19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" name="Google Shape;468;p19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469;p19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19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19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19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3" name="Google Shape;473;p19"/>
              <p:cNvGrpSpPr/>
              <p:nvPr/>
            </p:nvGrpSpPr>
            <p:grpSpPr>
              <a:xfrm>
                <a:off x="7244500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474" name="Google Shape;474;p19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19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19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477;p19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19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19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0" name="Google Shape;480;p19"/>
              <p:cNvGrpSpPr/>
              <p:nvPr/>
            </p:nvGrpSpPr>
            <p:grpSpPr>
              <a:xfrm>
                <a:off x="7622579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481" name="Google Shape;481;p19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9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9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9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9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9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87" name="Google Shape;487;p19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488" name="Google Shape;488;p19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19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accent1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22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560" name="Google Shape;560;p22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22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2" name="Google Shape;562;p22"/>
          <p:cNvGrpSpPr/>
          <p:nvPr/>
        </p:nvGrpSpPr>
        <p:grpSpPr>
          <a:xfrm>
            <a:off x="35197" y="2988812"/>
            <a:ext cx="2119447" cy="1859864"/>
            <a:chOff x="294347" y="549787"/>
            <a:chExt cx="2119447" cy="1859864"/>
          </a:xfrm>
        </p:grpSpPr>
        <p:grpSp>
          <p:nvGrpSpPr>
            <p:cNvPr id="563" name="Google Shape;563;p22"/>
            <p:cNvGrpSpPr/>
            <p:nvPr/>
          </p:nvGrpSpPr>
          <p:grpSpPr>
            <a:xfrm rot="6600372">
              <a:off x="758360" y="754217"/>
              <a:ext cx="1451004" cy="1451004"/>
              <a:chOff x="-455530" y="351567"/>
              <a:chExt cx="1555200" cy="1555200"/>
            </a:xfrm>
          </p:grpSpPr>
          <p:sp>
            <p:nvSpPr>
              <p:cNvPr id="564" name="Google Shape;564;p22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6" name="Google Shape;566;p22"/>
            <p:cNvGrpSpPr/>
            <p:nvPr/>
          </p:nvGrpSpPr>
          <p:grpSpPr>
            <a:xfrm rot="-5962590">
              <a:off x="402849" y="754273"/>
              <a:ext cx="1450948" cy="1450948"/>
              <a:chOff x="-455530" y="351567"/>
              <a:chExt cx="1555200" cy="1555200"/>
            </a:xfrm>
          </p:grpSpPr>
          <p:sp>
            <p:nvSpPr>
              <p:cNvPr id="567" name="Google Shape;567;p22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2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9" name="Google Shape;569;p22"/>
          <p:cNvGrpSpPr/>
          <p:nvPr/>
        </p:nvGrpSpPr>
        <p:grpSpPr>
          <a:xfrm rot="5400000">
            <a:off x="8491556" y="778595"/>
            <a:ext cx="621873" cy="143698"/>
            <a:chOff x="6866421" y="671425"/>
            <a:chExt cx="1012822" cy="234036"/>
          </a:xfrm>
        </p:grpSpPr>
        <p:grpSp>
          <p:nvGrpSpPr>
            <p:cNvPr id="570" name="Google Shape;570;p22"/>
            <p:cNvGrpSpPr/>
            <p:nvPr/>
          </p:nvGrpSpPr>
          <p:grpSpPr>
            <a:xfrm>
              <a:off x="6866421" y="671425"/>
              <a:ext cx="256664" cy="234036"/>
              <a:chOff x="2574625" y="1658650"/>
              <a:chExt cx="2081625" cy="1898100"/>
            </a:xfrm>
          </p:grpSpPr>
          <p:sp>
            <p:nvSpPr>
              <p:cNvPr id="571" name="Google Shape;571;p22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2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2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2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2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2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7" name="Google Shape;577;p22"/>
            <p:cNvGrpSpPr/>
            <p:nvPr/>
          </p:nvGrpSpPr>
          <p:grpSpPr>
            <a:xfrm>
              <a:off x="7244500" y="671425"/>
              <a:ext cx="256664" cy="234036"/>
              <a:chOff x="2574625" y="1658650"/>
              <a:chExt cx="2081625" cy="1898100"/>
            </a:xfrm>
          </p:grpSpPr>
          <p:sp>
            <p:nvSpPr>
              <p:cNvPr id="578" name="Google Shape;578;p22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2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2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2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2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2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4" name="Google Shape;584;p22"/>
            <p:cNvGrpSpPr/>
            <p:nvPr/>
          </p:nvGrpSpPr>
          <p:grpSpPr>
            <a:xfrm>
              <a:off x="7622579" y="671425"/>
              <a:ext cx="256664" cy="234036"/>
              <a:chOff x="2574625" y="1658650"/>
              <a:chExt cx="2081625" cy="1898100"/>
            </a:xfrm>
          </p:grpSpPr>
          <p:sp>
            <p:nvSpPr>
              <p:cNvPr id="585" name="Google Shape;585;p22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2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2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2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2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2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23"/>
          <p:cNvGrpSpPr/>
          <p:nvPr/>
        </p:nvGrpSpPr>
        <p:grpSpPr>
          <a:xfrm>
            <a:off x="269209" y="364875"/>
            <a:ext cx="8605147" cy="4413775"/>
            <a:chOff x="338850" y="364863"/>
            <a:chExt cx="8466300" cy="4413775"/>
          </a:xfrm>
        </p:grpSpPr>
        <p:cxnSp>
          <p:nvCxnSpPr>
            <p:cNvPr id="593" name="Google Shape;593;p23"/>
            <p:cNvCxnSpPr/>
            <p:nvPr/>
          </p:nvCxnSpPr>
          <p:spPr>
            <a:xfrm>
              <a:off x="338850" y="364863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4" name="Google Shape;594;p23"/>
            <p:cNvCxnSpPr/>
            <p:nvPr/>
          </p:nvCxnSpPr>
          <p:spPr>
            <a:xfrm>
              <a:off x="338850" y="4778638"/>
              <a:ext cx="846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95" name="Google Shape;595;p23"/>
          <p:cNvGrpSpPr/>
          <p:nvPr/>
        </p:nvGrpSpPr>
        <p:grpSpPr>
          <a:xfrm>
            <a:off x="269193" y="3982132"/>
            <a:ext cx="8373020" cy="621873"/>
            <a:chOff x="269193" y="3982132"/>
            <a:chExt cx="8373020" cy="621873"/>
          </a:xfrm>
        </p:grpSpPr>
        <p:grpSp>
          <p:nvGrpSpPr>
            <p:cNvPr id="596" name="Google Shape;596;p23"/>
            <p:cNvGrpSpPr/>
            <p:nvPr/>
          </p:nvGrpSpPr>
          <p:grpSpPr>
            <a:xfrm rot="5400000">
              <a:off x="30106" y="4221220"/>
              <a:ext cx="621873" cy="143698"/>
              <a:chOff x="6866421" y="671425"/>
              <a:chExt cx="1012822" cy="234036"/>
            </a:xfrm>
          </p:grpSpPr>
          <p:grpSp>
            <p:nvGrpSpPr>
              <p:cNvPr id="597" name="Google Shape;597;p23"/>
              <p:cNvGrpSpPr/>
              <p:nvPr/>
            </p:nvGrpSpPr>
            <p:grpSpPr>
              <a:xfrm>
                <a:off x="6866421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598" name="Google Shape;598;p23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23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23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23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23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23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4" name="Google Shape;604;p23"/>
              <p:cNvGrpSpPr/>
              <p:nvPr/>
            </p:nvGrpSpPr>
            <p:grpSpPr>
              <a:xfrm>
                <a:off x="7244500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605" name="Google Shape;605;p23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23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23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23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23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23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1" name="Google Shape;611;p23"/>
              <p:cNvGrpSpPr/>
              <p:nvPr/>
            </p:nvGrpSpPr>
            <p:grpSpPr>
              <a:xfrm>
                <a:off x="7622579" y="671425"/>
                <a:ext cx="256664" cy="234036"/>
                <a:chOff x="2574625" y="1658650"/>
                <a:chExt cx="2081625" cy="1898100"/>
              </a:xfrm>
            </p:grpSpPr>
            <p:sp>
              <p:nvSpPr>
                <p:cNvPr id="612" name="Google Shape;612;p23"/>
                <p:cNvSpPr/>
                <p:nvPr/>
              </p:nvSpPr>
              <p:spPr>
                <a:xfrm>
                  <a:off x="3713125" y="2406325"/>
                  <a:ext cx="943125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5" h="16178" extrusionOk="0">
                      <a:moveTo>
                        <a:pt x="28888" y="15226"/>
                      </a:moveTo>
                      <a:lnTo>
                        <a:pt x="1" y="8089"/>
                      </a:lnTo>
                      <a:lnTo>
                        <a:pt x="28888" y="952"/>
                      </a:lnTo>
                      <a:cubicBezTo>
                        <a:pt x="33510" y="1"/>
                        <a:pt x="37725" y="3467"/>
                        <a:pt x="37725" y="8089"/>
                      </a:cubicBezTo>
                      <a:cubicBezTo>
                        <a:pt x="37725" y="12643"/>
                        <a:pt x="33510" y="16178"/>
                        <a:pt x="28888" y="1522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23"/>
                <p:cNvSpPr/>
                <p:nvPr/>
              </p:nvSpPr>
              <p:spPr>
                <a:xfrm>
                  <a:off x="3665550" y="1660350"/>
                  <a:ext cx="5930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23" h="34598" extrusionOk="0">
                      <a:moveTo>
                        <a:pt x="20664" y="13323"/>
                      </a:moveTo>
                      <a:lnTo>
                        <a:pt x="0" y="34598"/>
                      </a:lnTo>
                      <a:lnTo>
                        <a:pt x="8293" y="6322"/>
                      </a:lnTo>
                      <a:cubicBezTo>
                        <a:pt x="9720" y="1972"/>
                        <a:pt x="14886" y="1"/>
                        <a:pt x="18896" y="2312"/>
                      </a:cubicBezTo>
                      <a:cubicBezTo>
                        <a:pt x="22907" y="4555"/>
                        <a:pt x="23722" y="9856"/>
                        <a:pt x="20664" y="1332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23"/>
                <p:cNvSpPr/>
                <p:nvPr/>
              </p:nvSpPr>
              <p:spPr>
                <a:xfrm>
                  <a:off x="2972250" y="269180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32355"/>
                      </a:moveTo>
                      <a:cubicBezTo>
                        <a:pt x="952" y="30044"/>
                        <a:pt x="0" y="24674"/>
                        <a:pt x="3127" y="21208"/>
                      </a:cubicBezTo>
                      <a:lnTo>
                        <a:pt x="23790" y="1"/>
                      </a:lnTo>
                      <a:lnTo>
                        <a:pt x="15566" y="28277"/>
                      </a:lnTo>
                      <a:cubicBezTo>
                        <a:pt x="14070" y="32695"/>
                        <a:pt x="8905" y="34598"/>
                        <a:pt x="4894" y="3235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23"/>
                <p:cNvSpPr/>
                <p:nvPr/>
              </p:nvSpPr>
              <p:spPr>
                <a:xfrm>
                  <a:off x="2972250" y="1658650"/>
                  <a:ext cx="594775" cy="86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98" extrusionOk="0">
                      <a:moveTo>
                        <a:pt x="4894" y="2312"/>
                      </a:moveTo>
                      <a:cubicBezTo>
                        <a:pt x="8905" y="1"/>
                        <a:pt x="14070" y="1972"/>
                        <a:pt x="15566" y="6322"/>
                      </a:cubicBezTo>
                      <a:lnTo>
                        <a:pt x="23790" y="34598"/>
                      </a:lnTo>
                      <a:lnTo>
                        <a:pt x="3127" y="13323"/>
                      </a:lnTo>
                      <a:cubicBezTo>
                        <a:pt x="0" y="9924"/>
                        <a:pt x="816" y="4623"/>
                        <a:pt x="4894" y="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23"/>
                <p:cNvSpPr/>
                <p:nvPr/>
              </p:nvSpPr>
              <p:spPr>
                <a:xfrm>
                  <a:off x="2574625" y="2406325"/>
                  <a:ext cx="943100" cy="40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4" h="16178" extrusionOk="0">
                      <a:moveTo>
                        <a:pt x="8836" y="15226"/>
                      </a:moveTo>
                      <a:cubicBezTo>
                        <a:pt x="4282" y="16178"/>
                        <a:pt x="0" y="12643"/>
                        <a:pt x="0" y="8089"/>
                      </a:cubicBezTo>
                      <a:cubicBezTo>
                        <a:pt x="0" y="3467"/>
                        <a:pt x="4282" y="1"/>
                        <a:pt x="8836" y="952"/>
                      </a:cubicBezTo>
                      <a:lnTo>
                        <a:pt x="37724" y="80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23"/>
                <p:cNvSpPr/>
                <p:nvPr/>
              </p:nvSpPr>
              <p:spPr>
                <a:xfrm>
                  <a:off x="3663850" y="2693500"/>
                  <a:ext cx="594775" cy="86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1" h="34530" extrusionOk="0">
                      <a:moveTo>
                        <a:pt x="18896" y="32287"/>
                      </a:moveTo>
                      <a:cubicBezTo>
                        <a:pt x="14886" y="34530"/>
                        <a:pt x="9720" y="32627"/>
                        <a:pt x="8293" y="28277"/>
                      </a:cubicBezTo>
                      <a:lnTo>
                        <a:pt x="1" y="1"/>
                      </a:lnTo>
                      <a:lnTo>
                        <a:pt x="20664" y="21208"/>
                      </a:lnTo>
                      <a:cubicBezTo>
                        <a:pt x="23790" y="24606"/>
                        <a:pt x="22975" y="29976"/>
                        <a:pt x="18896" y="3228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18" name="Google Shape;618;p23"/>
            <p:cNvGrpSpPr/>
            <p:nvPr/>
          </p:nvGrpSpPr>
          <p:grpSpPr>
            <a:xfrm>
              <a:off x="8252481" y="4460295"/>
              <a:ext cx="157592" cy="143698"/>
              <a:chOff x="2574625" y="1658650"/>
              <a:chExt cx="2081625" cy="1898100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5" name="Google Shape;625;p23"/>
            <p:cNvGrpSpPr/>
            <p:nvPr/>
          </p:nvGrpSpPr>
          <p:grpSpPr>
            <a:xfrm>
              <a:off x="8484621" y="4460295"/>
              <a:ext cx="157592" cy="143698"/>
              <a:chOff x="2574625" y="1658650"/>
              <a:chExt cx="2081625" cy="1898100"/>
            </a:xfrm>
          </p:grpSpPr>
          <p:sp>
            <p:nvSpPr>
              <p:cNvPr id="626" name="Google Shape;626;p23"/>
              <p:cNvSpPr/>
              <p:nvPr/>
            </p:nvSpPr>
            <p:spPr>
              <a:xfrm>
                <a:off x="3713125" y="2406325"/>
                <a:ext cx="943125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5" h="16178" extrusionOk="0">
                    <a:moveTo>
                      <a:pt x="28888" y="15226"/>
                    </a:moveTo>
                    <a:lnTo>
                      <a:pt x="1" y="8089"/>
                    </a:lnTo>
                    <a:lnTo>
                      <a:pt x="28888" y="952"/>
                    </a:lnTo>
                    <a:cubicBezTo>
                      <a:pt x="33510" y="1"/>
                      <a:pt x="37725" y="3467"/>
                      <a:pt x="37725" y="8089"/>
                    </a:cubicBezTo>
                    <a:cubicBezTo>
                      <a:pt x="37725" y="12643"/>
                      <a:pt x="33510" y="16178"/>
                      <a:pt x="28888" y="152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3665550" y="1660350"/>
                <a:ext cx="5930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23" h="34598" extrusionOk="0">
                    <a:moveTo>
                      <a:pt x="20664" y="13323"/>
                    </a:moveTo>
                    <a:lnTo>
                      <a:pt x="0" y="34598"/>
                    </a:lnTo>
                    <a:lnTo>
                      <a:pt x="8293" y="6322"/>
                    </a:lnTo>
                    <a:cubicBezTo>
                      <a:pt x="9720" y="1972"/>
                      <a:pt x="14886" y="1"/>
                      <a:pt x="18896" y="2312"/>
                    </a:cubicBezTo>
                    <a:cubicBezTo>
                      <a:pt x="22907" y="4555"/>
                      <a:pt x="23722" y="9856"/>
                      <a:pt x="20664" y="1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972250" y="269180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32355"/>
                    </a:moveTo>
                    <a:cubicBezTo>
                      <a:pt x="952" y="30044"/>
                      <a:pt x="0" y="24674"/>
                      <a:pt x="3127" y="21208"/>
                    </a:cubicBezTo>
                    <a:lnTo>
                      <a:pt x="23790" y="1"/>
                    </a:lnTo>
                    <a:lnTo>
                      <a:pt x="15566" y="28277"/>
                    </a:lnTo>
                    <a:cubicBezTo>
                      <a:pt x="14070" y="32695"/>
                      <a:pt x="8905" y="34598"/>
                      <a:pt x="4894" y="323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972250" y="1658650"/>
                <a:ext cx="594775" cy="8649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98" extrusionOk="0">
                    <a:moveTo>
                      <a:pt x="4894" y="2312"/>
                    </a:moveTo>
                    <a:cubicBezTo>
                      <a:pt x="8905" y="1"/>
                      <a:pt x="14070" y="1972"/>
                      <a:pt x="15566" y="6322"/>
                    </a:cubicBezTo>
                    <a:lnTo>
                      <a:pt x="23790" y="34598"/>
                    </a:lnTo>
                    <a:lnTo>
                      <a:pt x="3127" y="13323"/>
                    </a:lnTo>
                    <a:cubicBezTo>
                      <a:pt x="0" y="9924"/>
                      <a:pt x="816" y="4623"/>
                      <a:pt x="4894" y="23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574625" y="2406325"/>
                <a:ext cx="943100" cy="404450"/>
              </a:xfrm>
              <a:custGeom>
                <a:avLst/>
                <a:gdLst/>
                <a:ahLst/>
                <a:cxnLst/>
                <a:rect l="l" t="t" r="r" b="b"/>
                <a:pathLst>
                  <a:path w="37724" h="16178" extrusionOk="0">
                    <a:moveTo>
                      <a:pt x="8836" y="15226"/>
                    </a:moveTo>
                    <a:cubicBezTo>
                      <a:pt x="4282" y="16178"/>
                      <a:pt x="0" y="12643"/>
                      <a:pt x="0" y="8089"/>
                    </a:cubicBezTo>
                    <a:cubicBezTo>
                      <a:pt x="0" y="3467"/>
                      <a:pt x="4282" y="1"/>
                      <a:pt x="8836" y="952"/>
                    </a:cubicBezTo>
                    <a:lnTo>
                      <a:pt x="37724" y="80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3663850" y="2693500"/>
                <a:ext cx="594775" cy="863250"/>
              </a:xfrm>
              <a:custGeom>
                <a:avLst/>
                <a:gdLst/>
                <a:ahLst/>
                <a:cxnLst/>
                <a:rect l="l" t="t" r="r" b="b"/>
                <a:pathLst>
                  <a:path w="23791" h="34530" extrusionOk="0">
                    <a:moveTo>
                      <a:pt x="18896" y="32287"/>
                    </a:moveTo>
                    <a:cubicBezTo>
                      <a:pt x="14886" y="34530"/>
                      <a:pt x="9720" y="32627"/>
                      <a:pt x="8293" y="28277"/>
                    </a:cubicBezTo>
                    <a:lnTo>
                      <a:pt x="1" y="1"/>
                    </a:lnTo>
                    <a:lnTo>
                      <a:pt x="20664" y="21208"/>
                    </a:lnTo>
                    <a:cubicBezTo>
                      <a:pt x="23790" y="24606"/>
                      <a:pt x="22975" y="29976"/>
                      <a:pt x="18896" y="322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 Black"/>
              <a:buNone/>
              <a:defRPr sz="300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sz="3000" b="1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●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○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■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●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○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■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●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○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hivo"/>
              <a:buChar char="■"/>
              <a:defRPr sz="12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4" r:id="rId10"/>
    <p:sldLayoutId id="2147483665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Fs12Jy2lWOBFMbEnrix-OLK2m5fC-IShmkT491zTnjE/co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7"/>
          <p:cNvSpPr txBox="1">
            <a:spLocks noGrp="1"/>
          </p:cNvSpPr>
          <p:nvPr>
            <p:ph type="ctrTitle"/>
          </p:nvPr>
        </p:nvSpPr>
        <p:spPr>
          <a:xfrm>
            <a:off x="1088605" y="1753023"/>
            <a:ext cx="7321747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Projeto – Mobilidade no Campus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"/>
          <p:cNvSpPr txBox="1">
            <a:spLocks noGrp="1"/>
          </p:cNvSpPr>
          <p:nvPr>
            <p:ph type="title"/>
          </p:nvPr>
        </p:nvSpPr>
        <p:spPr>
          <a:xfrm>
            <a:off x="574497" y="5787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Introdução</a:t>
            </a:r>
            <a:endParaRPr dirty="0"/>
          </a:p>
        </p:txBody>
      </p:sp>
      <p:sp>
        <p:nvSpPr>
          <p:cNvPr id="658" name="Google Shape;658;p29"/>
          <p:cNvSpPr txBox="1">
            <a:spLocks noGrp="1"/>
          </p:cNvSpPr>
          <p:nvPr>
            <p:ph type="title" idx="2"/>
          </p:nvPr>
        </p:nvSpPr>
        <p:spPr>
          <a:xfrm>
            <a:off x="899701" y="1438837"/>
            <a:ext cx="734700" cy="64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60" name="Google Shape;660;p29"/>
          <p:cNvSpPr txBox="1">
            <a:spLocks noGrp="1"/>
          </p:cNvSpPr>
          <p:nvPr>
            <p:ph type="title" idx="4"/>
          </p:nvPr>
        </p:nvSpPr>
        <p:spPr>
          <a:xfrm>
            <a:off x="899701" y="2564771"/>
            <a:ext cx="7347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62" name="Google Shape;662;p29"/>
          <p:cNvSpPr txBox="1">
            <a:spLocks noGrp="1"/>
          </p:cNvSpPr>
          <p:nvPr>
            <p:ph type="title" idx="6"/>
          </p:nvPr>
        </p:nvSpPr>
        <p:spPr>
          <a:xfrm>
            <a:off x="899701" y="3688905"/>
            <a:ext cx="7347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66" name="Google Shape;666;p29"/>
          <p:cNvSpPr txBox="1">
            <a:spLocks noGrp="1"/>
          </p:cNvSpPr>
          <p:nvPr>
            <p:ph type="subTitle" idx="9"/>
          </p:nvPr>
        </p:nvSpPr>
        <p:spPr>
          <a:xfrm>
            <a:off x="1786797" y="1529587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Relevância para Usuário</a:t>
            </a:r>
            <a:endParaRPr dirty="0"/>
          </a:p>
        </p:txBody>
      </p:sp>
      <p:sp>
        <p:nvSpPr>
          <p:cNvPr id="667" name="Google Shape;667;p29"/>
          <p:cNvSpPr txBox="1">
            <a:spLocks noGrp="1"/>
          </p:cNvSpPr>
          <p:nvPr>
            <p:ph type="subTitle" idx="13"/>
          </p:nvPr>
        </p:nvSpPr>
        <p:spPr>
          <a:xfrm>
            <a:off x="1786797" y="2654621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Valores de Negócio</a:t>
            </a:r>
            <a:endParaRPr dirty="0"/>
          </a:p>
        </p:txBody>
      </p:sp>
      <p:sp>
        <p:nvSpPr>
          <p:cNvPr id="668" name="Google Shape;668;p29"/>
          <p:cNvSpPr txBox="1">
            <a:spLocks noGrp="1"/>
          </p:cNvSpPr>
          <p:nvPr>
            <p:ph type="subTitle" idx="14"/>
          </p:nvPr>
        </p:nvSpPr>
        <p:spPr>
          <a:xfrm>
            <a:off x="1786797" y="3778755"/>
            <a:ext cx="26397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Viabilidade Técnica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"/>
          <p:cNvSpPr txBox="1">
            <a:spLocks noGrp="1"/>
          </p:cNvSpPr>
          <p:nvPr>
            <p:ph type="subTitle" idx="6"/>
          </p:nvPr>
        </p:nvSpPr>
        <p:spPr>
          <a:xfrm>
            <a:off x="1360165" y="2722039"/>
            <a:ext cx="30555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Economia de Tempo</a:t>
            </a:r>
            <a:endParaRPr dirty="0"/>
          </a:p>
        </p:txBody>
      </p:sp>
      <p:sp>
        <p:nvSpPr>
          <p:cNvPr id="747" name="Google Shape;747;p34"/>
          <p:cNvSpPr txBox="1">
            <a:spLocks noGrp="1"/>
          </p:cNvSpPr>
          <p:nvPr>
            <p:ph type="subTitle" idx="1"/>
          </p:nvPr>
        </p:nvSpPr>
        <p:spPr>
          <a:xfrm>
            <a:off x="1360165" y="1658341"/>
            <a:ext cx="30555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Simplificaremos a vida dos estudantes do campus ao fornecer uma rota rápida e precisa até suas salas de aula.</a:t>
            </a:r>
            <a:endParaRPr dirty="0"/>
          </a:p>
        </p:txBody>
      </p:sp>
      <p:sp>
        <p:nvSpPr>
          <p:cNvPr id="748" name="Google Shape;748;p34"/>
          <p:cNvSpPr txBox="1">
            <a:spLocks noGrp="1"/>
          </p:cNvSpPr>
          <p:nvPr>
            <p:ph type="subTitle" idx="2"/>
          </p:nvPr>
        </p:nvSpPr>
        <p:spPr>
          <a:xfrm>
            <a:off x="5157868" y="1623277"/>
            <a:ext cx="30540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Tornaremos a navegação de nosso aplicativo mais inclusiva, oferecendo opções para usuários com necessidades especiais.</a:t>
            </a:r>
            <a:endParaRPr dirty="0"/>
          </a:p>
        </p:txBody>
      </p:sp>
      <p:sp>
        <p:nvSpPr>
          <p:cNvPr id="749" name="Google Shape;749;p34"/>
          <p:cNvSpPr txBox="1">
            <a:spLocks noGrp="1"/>
          </p:cNvSpPr>
          <p:nvPr>
            <p:ph type="subTitle" idx="3"/>
          </p:nvPr>
        </p:nvSpPr>
        <p:spPr>
          <a:xfrm>
            <a:off x="1361488" y="3194678"/>
            <a:ext cx="3055500" cy="10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Ao eliminar as incertezas de direções no campus com o uso de rotas inteligentes,</a:t>
            </a:r>
            <a:r>
              <a:rPr lang="pt-BR" dirty="0" smtClean="0"/>
              <a:t> os estudantes chegarão com mais pontualidade às aulas.</a:t>
            </a:r>
            <a:endParaRPr dirty="0"/>
          </a:p>
        </p:txBody>
      </p:sp>
      <p:sp>
        <p:nvSpPr>
          <p:cNvPr id="750" name="Google Shape;750;p34"/>
          <p:cNvSpPr txBox="1">
            <a:spLocks noGrp="1"/>
          </p:cNvSpPr>
          <p:nvPr>
            <p:ph type="subTitle" idx="4"/>
          </p:nvPr>
        </p:nvSpPr>
        <p:spPr>
          <a:xfrm>
            <a:off x="5157868" y="3090181"/>
            <a:ext cx="3054000" cy="10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Adequamos a rota conforme suas preferências, garantindo uma experiência adaptada para os usuários.</a:t>
            </a:r>
            <a:endParaRPr dirty="0"/>
          </a:p>
        </p:txBody>
      </p:sp>
      <p:sp>
        <p:nvSpPr>
          <p:cNvPr id="751" name="Google Shape;751;p34"/>
          <p:cNvSpPr txBox="1">
            <a:spLocks noGrp="1"/>
          </p:cNvSpPr>
          <p:nvPr>
            <p:ph type="subTitle" idx="5"/>
          </p:nvPr>
        </p:nvSpPr>
        <p:spPr>
          <a:xfrm>
            <a:off x="1362865" y="1308618"/>
            <a:ext cx="3133412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Facilidade de Navegação</a:t>
            </a:r>
            <a:endParaRPr dirty="0"/>
          </a:p>
        </p:txBody>
      </p:sp>
      <p:sp>
        <p:nvSpPr>
          <p:cNvPr id="752" name="Google Shape;752;p34"/>
          <p:cNvSpPr txBox="1">
            <a:spLocks noGrp="1"/>
          </p:cNvSpPr>
          <p:nvPr>
            <p:ph type="subTitle" idx="7"/>
          </p:nvPr>
        </p:nvSpPr>
        <p:spPr>
          <a:xfrm>
            <a:off x="5157868" y="1250431"/>
            <a:ext cx="3054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Acessibilidade</a:t>
            </a:r>
            <a:endParaRPr dirty="0"/>
          </a:p>
        </p:txBody>
      </p:sp>
      <p:sp>
        <p:nvSpPr>
          <p:cNvPr id="753" name="Google Shape;753;p34"/>
          <p:cNvSpPr txBox="1">
            <a:spLocks noGrp="1"/>
          </p:cNvSpPr>
          <p:nvPr>
            <p:ph type="subTitle" idx="8"/>
          </p:nvPr>
        </p:nvSpPr>
        <p:spPr>
          <a:xfrm>
            <a:off x="5187984" y="2742278"/>
            <a:ext cx="3054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Personalização</a:t>
            </a:r>
            <a:endParaRPr dirty="0"/>
          </a:p>
        </p:txBody>
      </p:sp>
      <p:grpSp>
        <p:nvGrpSpPr>
          <p:cNvPr id="46" name="Google Shape;6452;p62"/>
          <p:cNvGrpSpPr/>
          <p:nvPr/>
        </p:nvGrpSpPr>
        <p:grpSpPr>
          <a:xfrm>
            <a:off x="1008225" y="1305601"/>
            <a:ext cx="351940" cy="348188"/>
            <a:chOff x="581525" y="3254850"/>
            <a:chExt cx="297750" cy="294575"/>
          </a:xfrm>
        </p:grpSpPr>
        <p:sp>
          <p:nvSpPr>
            <p:cNvPr id="47" name="Google Shape;6453;p62"/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454;p62"/>
            <p:cNvSpPr/>
            <p:nvPr/>
          </p:nvSpPr>
          <p:spPr>
            <a:xfrm>
              <a:off x="721725" y="3254850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455;p62"/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7017;p63"/>
          <p:cNvGrpSpPr/>
          <p:nvPr/>
        </p:nvGrpSpPr>
        <p:grpSpPr>
          <a:xfrm>
            <a:off x="1006902" y="2736536"/>
            <a:ext cx="354586" cy="353645"/>
            <a:chOff x="-30735200" y="3910925"/>
            <a:chExt cx="292225" cy="291450"/>
          </a:xfrm>
        </p:grpSpPr>
        <p:sp>
          <p:nvSpPr>
            <p:cNvPr id="51" name="Google Shape;7018;p63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019;p63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8494;p66"/>
          <p:cNvGrpSpPr/>
          <p:nvPr/>
        </p:nvGrpSpPr>
        <p:grpSpPr>
          <a:xfrm>
            <a:off x="4755621" y="1235473"/>
            <a:ext cx="427578" cy="421351"/>
            <a:chOff x="-5254775" y="3631325"/>
            <a:chExt cx="296950" cy="292625"/>
          </a:xfrm>
        </p:grpSpPr>
        <p:sp>
          <p:nvSpPr>
            <p:cNvPr id="54" name="Google Shape;8495;p66"/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496;p66"/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497;p66"/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498;p66"/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499;p66"/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00;p66"/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01;p66"/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7554;p64"/>
          <p:cNvGrpSpPr/>
          <p:nvPr/>
        </p:nvGrpSpPr>
        <p:grpSpPr>
          <a:xfrm>
            <a:off x="4911582" y="2737441"/>
            <a:ext cx="271357" cy="356057"/>
            <a:chOff x="-46007225" y="3937825"/>
            <a:chExt cx="229225" cy="300775"/>
          </a:xfrm>
        </p:grpSpPr>
        <p:sp>
          <p:nvSpPr>
            <p:cNvPr id="62" name="Google Shape;7555;p64"/>
            <p:cNvSpPr/>
            <p:nvPr/>
          </p:nvSpPr>
          <p:spPr>
            <a:xfrm>
              <a:off x="-45813475" y="39904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556;p64"/>
            <p:cNvSpPr/>
            <p:nvPr/>
          </p:nvSpPr>
          <p:spPr>
            <a:xfrm>
              <a:off x="-46007225" y="39904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557;p64"/>
            <p:cNvSpPr/>
            <p:nvPr/>
          </p:nvSpPr>
          <p:spPr>
            <a:xfrm>
              <a:off x="-45826875" y="3937825"/>
              <a:ext cx="35475" cy="26750"/>
            </a:xfrm>
            <a:custGeom>
              <a:avLst/>
              <a:gdLst/>
              <a:ahLst/>
              <a:cxnLst/>
              <a:rect l="l" t="t" r="r" b="b"/>
              <a:pathLst>
                <a:path w="1419" h="1070" extrusionOk="0">
                  <a:moveTo>
                    <a:pt x="993" y="0"/>
                  </a:moveTo>
                  <a:cubicBezTo>
                    <a:pt x="932" y="0"/>
                    <a:pt x="871" y="18"/>
                    <a:pt x="820" y="59"/>
                  </a:cubicBezTo>
                  <a:lnTo>
                    <a:pt x="221" y="405"/>
                  </a:lnTo>
                  <a:cubicBezTo>
                    <a:pt x="64" y="500"/>
                    <a:pt x="1" y="720"/>
                    <a:pt x="127" y="878"/>
                  </a:cubicBezTo>
                  <a:cubicBezTo>
                    <a:pt x="188" y="1000"/>
                    <a:pt x="288" y="1070"/>
                    <a:pt x="403" y="1070"/>
                  </a:cubicBezTo>
                  <a:cubicBezTo>
                    <a:pt x="466" y="1070"/>
                    <a:pt x="533" y="1049"/>
                    <a:pt x="599" y="1004"/>
                  </a:cubicBezTo>
                  <a:lnTo>
                    <a:pt x="1167" y="657"/>
                  </a:lnTo>
                  <a:cubicBezTo>
                    <a:pt x="1324" y="563"/>
                    <a:pt x="1419" y="342"/>
                    <a:pt x="1293" y="185"/>
                  </a:cubicBezTo>
                  <a:cubicBezTo>
                    <a:pt x="1250" y="78"/>
                    <a:pt x="1121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7558;p64"/>
            <p:cNvSpPr/>
            <p:nvPr/>
          </p:nvSpPr>
          <p:spPr>
            <a:xfrm>
              <a:off x="-45993850" y="4034625"/>
              <a:ext cx="35475" cy="25850"/>
            </a:xfrm>
            <a:custGeom>
              <a:avLst/>
              <a:gdLst/>
              <a:ahLst/>
              <a:cxnLst/>
              <a:rect l="l" t="t" r="r" b="b"/>
              <a:pathLst>
                <a:path w="1419" h="1034" extrusionOk="0">
                  <a:moveTo>
                    <a:pt x="1014" y="0"/>
                  </a:moveTo>
                  <a:cubicBezTo>
                    <a:pt x="958" y="0"/>
                    <a:pt x="901" y="10"/>
                    <a:pt x="851" y="30"/>
                  </a:cubicBezTo>
                  <a:lnTo>
                    <a:pt x="253" y="377"/>
                  </a:lnTo>
                  <a:cubicBezTo>
                    <a:pt x="95" y="472"/>
                    <a:pt x="1" y="692"/>
                    <a:pt x="127" y="850"/>
                  </a:cubicBezTo>
                  <a:cubicBezTo>
                    <a:pt x="191" y="956"/>
                    <a:pt x="313" y="1034"/>
                    <a:pt x="433" y="1034"/>
                  </a:cubicBezTo>
                  <a:cubicBezTo>
                    <a:pt x="491" y="1034"/>
                    <a:pt x="549" y="1016"/>
                    <a:pt x="599" y="976"/>
                  </a:cubicBezTo>
                  <a:lnTo>
                    <a:pt x="1198" y="629"/>
                  </a:lnTo>
                  <a:cubicBezTo>
                    <a:pt x="1356" y="566"/>
                    <a:pt x="1419" y="314"/>
                    <a:pt x="1324" y="156"/>
                  </a:cubicBezTo>
                  <a:cubicBezTo>
                    <a:pt x="1259" y="49"/>
                    <a:pt x="1136" y="0"/>
                    <a:pt x="1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7559;p64"/>
            <p:cNvSpPr/>
            <p:nvPr/>
          </p:nvSpPr>
          <p:spPr>
            <a:xfrm>
              <a:off x="-45825300" y="4034625"/>
              <a:ext cx="34675" cy="25725"/>
            </a:xfrm>
            <a:custGeom>
              <a:avLst/>
              <a:gdLst/>
              <a:ahLst/>
              <a:cxnLst/>
              <a:rect l="l" t="t" r="r" b="b"/>
              <a:pathLst>
                <a:path w="1387" h="1029" extrusionOk="0">
                  <a:moveTo>
                    <a:pt x="399" y="0"/>
                  </a:moveTo>
                  <a:cubicBezTo>
                    <a:pt x="270" y="0"/>
                    <a:pt x="138" y="49"/>
                    <a:pt x="95" y="156"/>
                  </a:cubicBezTo>
                  <a:cubicBezTo>
                    <a:pt x="1" y="314"/>
                    <a:pt x="32" y="566"/>
                    <a:pt x="190" y="629"/>
                  </a:cubicBezTo>
                  <a:lnTo>
                    <a:pt x="789" y="976"/>
                  </a:lnTo>
                  <a:cubicBezTo>
                    <a:pt x="848" y="1011"/>
                    <a:pt x="920" y="1029"/>
                    <a:pt x="991" y="1029"/>
                  </a:cubicBezTo>
                  <a:cubicBezTo>
                    <a:pt x="1108" y="1029"/>
                    <a:pt x="1222" y="980"/>
                    <a:pt x="1261" y="881"/>
                  </a:cubicBezTo>
                  <a:cubicBezTo>
                    <a:pt x="1387" y="692"/>
                    <a:pt x="1324" y="503"/>
                    <a:pt x="1135" y="408"/>
                  </a:cubicBezTo>
                  <a:lnTo>
                    <a:pt x="568" y="30"/>
                  </a:lnTo>
                  <a:cubicBezTo>
                    <a:pt x="518" y="10"/>
                    <a:pt x="459" y="0"/>
                    <a:pt x="3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7560;p64"/>
            <p:cNvSpPr/>
            <p:nvPr/>
          </p:nvSpPr>
          <p:spPr>
            <a:xfrm>
              <a:off x="-45992275" y="3938175"/>
              <a:ext cx="33900" cy="25525"/>
            </a:xfrm>
            <a:custGeom>
              <a:avLst/>
              <a:gdLst/>
              <a:ahLst/>
              <a:cxnLst/>
              <a:rect l="l" t="t" r="r" b="b"/>
              <a:pathLst>
                <a:path w="1356" h="1021" extrusionOk="0">
                  <a:moveTo>
                    <a:pt x="372" y="0"/>
                  </a:moveTo>
                  <a:cubicBezTo>
                    <a:pt x="250" y="0"/>
                    <a:pt x="128" y="64"/>
                    <a:pt x="64" y="171"/>
                  </a:cubicBezTo>
                  <a:cubicBezTo>
                    <a:pt x="1" y="328"/>
                    <a:pt x="32" y="549"/>
                    <a:pt x="190" y="643"/>
                  </a:cubicBezTo>
                  <a:lnTo>
                    <a:pt x="788" y="990"/>
                  </a:lnTo>
                  <a:cubicBezTo>
                    <a:pt x="838" y="1010"/>
                    <a:pt x="895" y="1020"/>
                    <a:pt x="951" y="1020"/>
                  </a:cubicBezTo>
                  <a:cubicBezTo>
                    <a:pt x="1073" y="1020"/>
                    <a:pt x="1196" y="972"/>
                    <a:pt x="1261" y="864"/>
                  </a:cubicBezTo>
                  <a:cubicBezTo>
                    <a:pt x="1356" y="706"/>
                    <a:pt x="1293" y="517"/>
                    <a:pt x="1135" y="391"/>
                  </a:cubicBezTo>
                  <a:lnTo>
                    <a:pt x="536" y="45"/>
                  </a:lnTo>
                  <a:cubicBezTo>
                    <a:pt x="486" y="15"/>
                    <a:pt x="429" y="0"/>
                    <a:pt x="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7561;p64"/>
            <p:cNvSpPr/>
            <p:nvPr/>
          </p:nvSpPr>
          <p:spPr>
            <a:xfrm>
              <a:off x="-45953675" y="4078700"/>
              <a:ext cx="122900" cy="35450"/>
            </a:xfrm>
            <a:custGeom>
              <a:avLst/>
              <a:gdLst/>
              <a:ahLst/>
              <a:cxnLst/>
              <a:rect l="l" t="t" r="r" b="b"/>
              <a:pathLst>
                <a:path w="4916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40" y="725"/>
                  </a:lnTo>
                  <a:lnTo>
                    <a:pt x="1040" y="1418"/>
                  </a:lnTo>
                  <a:lnTo>
                    <a:pt x="3844" y="1418"/>
                  </a:lnTo>
                  <a:lnTo>
                    <a:pt x="3844" y="725"/>
                  </a:lnTo>
                  <a:lnTo>
                    <a:pt x="4569" y="725"/>
                  </a:lnTo>
                  <a:cubicBezTo>
                    <a:pt x="4758" y="725"/>
                    <a:pt x="4915" y="567"/>
                    <a:pt x="4915" y="378"/>
                  </a:cubicBezTo>
                  <a:cubicBezTo>
                    <a:pt x="4915" y="158"/>
                    <a:pt x="4758" y="0"/>
                    <a:pt x="45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7562;p64"/>
            <p:cNvSpPr/>
            <p:nvPr/>
          </p:nvSpPr>
          <p:spPr>
            <a:xfrm>
              <a:off x="-45956025" y="3938325"/>
              <a:ext cx="126025" cy="123075"/>
            </a:xfrm>
            <a:custGeom>
              <a:avLst/>
              <a:gdLst/>
              <a:ahLst/>
              <a:cxnLst/>
              <a:rect l="l" t="t" r="r" b="b"/>
              <a:pathLst>
                <a:path w="5041" h="4923" extrusionOk="0">
                  <a:moveTo>
                    <a:pt x="2557" y="1"/>
                  </a:moveTo>
                  <a:cubicBezTo>
                    <a:pt x="2408" y="1"/>
                    <a:pt x="2259" y="13"/>
                    <a:pt x="2111" y="39"/>
                  </a:cubicBezTo>
                  <a:cubicBezTo>
                    <a:pt x="1134" y="196"/>
                    <a:pt x="315" y="1016"/>
                    <a:pt x="158" y="1992"/>
                  </a:cubicBezTo>
                  <a:cubicBezTo>
                    <a:pt x="0" y="2874"/>
                    <a:pt x="284" y="3410"/>
                    <a:pt x="693" y="4103"/>
                  </a:cubicBezTo>
                  <a:cubicBezTo>
                    <a:pt x="914" y="4355"/>
                    <a:pt x="1071" y="4639"/>
                    <a:pt x="1134" y="4922"/>
                  </a:cubicBezTo>
                  <a:lnTo>
                    <a:pt x="2237" y="4922"/>
                  </a:lnTo>
                  <a:lnTo>
                    <a:pt x="2237" y="2780"/>
                  </a:lnTo>
                  <a:lnTo>
                    <a:pt x="1890" y="2780"/>
                  </a:lnTo>
                  <a:cubicBezTo>
                    <a:pt x="1701" y="2780"/>
                    <a:pt x="1544" y="2622"/>
                    <a:pt x="1544" y="2433"/>
                  </a:cubicBezTo>
                  <a:cubicBezTo>
                    <a:pt x="1544" y="2244"/>
                    <a:pt x="1701" y="2087"/>
                    <a:pt x="1890" y="2087"/>
                  </a:cubicBezTo>
                  <a:lnTo>
                    <a:pt x="3308" y="2087"/>
                  </a:lnTo>
                  <a:cubicBezTo>
                    <a:pt x="3497" y="2087"/>
                    <a:pt x="3655" y="2244"/>
                    <a:pt x="3655" y="2433"/>
                  </a:cubicBezTo>
                  <a:cubicBezTo>
                    <a:pt x="3655" y="2622"/>
                    <a:pt x="3497" y="2780"/>
                    <a:pt x="3308" y="2780"/>
                  </a:cubicBezTo>
                  <a:lnTo>
                    <a:pt x="2962" y="2780"/>
                  </a:lnTo>
                  <a:lnTo>
                    <a:pt x="2962" y="4922"/>
                  </a:lnTo>
                  <a:lnTo>
                    <a:pt x="4064" y="4922"/>
                  </a:lnTo>
                  <a:cubicBezTo>
                    <a:pt x="4127" y="4639"/>
                    <a:pt x="4348" y="4355"/>
                    <a:pt x="4505" y="4040"/>
                  </a:cubicBezTo>
                  <a:cubicBezTo>
                    <a:pt x="4820" y="3536"/>
                    <a:pt x="5041" y="3158"/>
                    <a:pt x="5041" y="2433"/>
                  </a:cubicBezTo>
                  <a:cubicBezTo>
                    <a:pt x="5041" y="1740"/>
                    <a:pt x="4726" y="1016"/>
                    <a:pt x="4190" y="543"/>
                  </a:cubicBezTo>
                  <a:cubicBezTo>
                    <a:pt x="3714" y="192"/>
                    <a:pt x="3138" y="1"/>
                    <a:pt x="2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563;p64"/>
            <p:cNvSpPr/>
            <p:nvPr/>
          </p:nvSpPr>
          <p:spPr>
            <a:xfrm>
              <a:off x="-45927675" y="4132250"/>
              <a:ext cx="70125" cy="39400"/>
            </a:xfrm>
            <a:custGeom>
              <a:avLst/>
              <a:gdLst/>
              <a:ahLst/>
              <a:cxnLst/>
              <a:rect l="l" t="t" r="r" b="b"/>
              <a:pathLst>
                <a:path w="2805" h="1576" extrusionOk="0">
                  <a:moveTo>
                    <a:pt x="0" y="1"/>
                  </a:moveTo>
                  <a:lnTo>
                    <a:pt x="0" y="1576"/>
                  </a:lnTo>
                  <a:lnTo>
                    <a:pt x="158" y="1450"/>
                  </a:lnTo>
                  <a:cubicBezTo>
                    <a:pt x="536" y="1198"/>
                    <a:pt x="969" y="1072"/>
                    <a:pt x="1402" y="1072"/>
                  </a:cubicBezTo>
                  <a:cubicBezTo>
                    <a:pt x="1835" y="1072"/>
                    <a:pt x="2269" y="1198"/>
                    <a:pt x="2647" y="1450"/>
                  </a:cubicBezTo>
                  <a:lnTo>
                    <a:pt x="2804" y="1576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564;p64"/>
            <p:cNvSpPr/>
            <p:nvPr/>
          </p:nvSpPr>
          <p:spPr>
            <a:xfrm>
              <a:off x="-45921375" y="4176950"/>
              <a:ext cx="59100" cy="61650"/>
            </a:xfrm>
            <a:custGeom>
              <a:avLst/>
              <a:gdLst/>
              <a:ahLst/>
              <a:cxnLst/>
              <a:rect l="l" t="t" r="r" b="b"/>
              <a:pathLst>
                <a:path w="2364" h="2466" extrusionOk="0">
                  <a:moveTo>
                    <a:pt x="1158" y="0"/>
                  </a:moveTo>
                  <a:cubicBezTo>
                    <a:pt x="859" y="0"/>
                    <a:pt x="567" y="87"/>
                    <a:pt x="315" y="260"/>
                  </a:cubicBezTo>
                  <a:lnTo>
                    <a:pt x="0" y="481"/>
                  </a:lnTo>
                  <a:lnTo>
                    <a:pt x="851" y="2277"/>
                  </a:lnTo>
                  <a:cubicBezTo>
                    <a:pt x="945" y="2371"/>
                    <a:pt x="1040" y="2466"/>
                    <a:pt x="1166" y="2466"/>
                  </a:cubicBezTo>
                  <a:cubicBezTo>
                    <a:pt x="1292" y="2466"/>
                    <a:pt x="1418" y="2371"/>
                    <a:pt x="1481" y="2277"/>
                  </a:cubicBezTo>
                  <a:lnTo>
                    <a:pt x="2363" y="481"/>
                  </a:lnTo>
                  <a:lnTo>
                    <a:pt x="2048" y="260"/>
                  </a:lnTo>
                  <a:cubicBezTo>
                    <a:pt x="1765" y="87"/>
                    <a:pt x="1457" y="0"/>
                    <a:pt x="1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/>
          <p:cNvSpPr txBox="1"/>
          <p:nvPr/>
        </p:nvSpPr>
        <p:spPr>
          <a:xfrm>
            <a:off x="1006902" y="714606"/>
            <a:ext cx="638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tx1"/>
                </a:solidFill>
                <a:latin typeface="Bodoni Moda Black" panose="020B0604020202020204" charset="0"/>
              </a:rPr>
              <a:t>01 Relevância para o Usuário</a:t>
            </a:r>
            <a:endParaRPr lang="pt-BR" sz="2800" dirty="0">
              <a:solidFill>
                <a:schemeClr val="tx1"/>
              </a:solidFill>
              <a:latin typeface="Bodoni Moda Black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 Valores de Negócio</a:t>
            </a:r>
            <a:endParaRPr dirty="0"/>
          </a:p>
        </p:txBody>
      </p:sp>
      <p:sp>
        <p:nvSpPr>
          <p:cNvPr id="788" name="Google Shape;788;p35"/>
          <p:cNvSpPr txBox="1">
            <a:spLocks noGrp="1"/>
          </p:cNvSpPr>
          <p:nvPr>
            <p:ph type="subTitle" idx="2"/>
          </p:nvPr>
        </p:nvSpPr>
        <p:spPr>
          <a:xfrm>
            <a:off x="3929728" y="2429174"/>
            <a:ext cx="3300412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 smtClean="0"/>
              <a:t>A UNIVAG se destacará </a:t>
            </a:r>
            <a:r>
              <a:rPr lang="pt-BR" sz="1400" dirty="0" smtClean="0"/>
              <a:t>como uma instituição moderna, investindo na comodidade e experiência do estudante.</a:t>
            </a:r>
            <a:endParaRPr sz="1400" dirty="0"/>
          </a:p>
        </p:txBody>
      </p:sp>
      <p:sp>
        <p:nvSpPr>
          <p:cNvPr id="789" name="Google Shape;789;p35"/>
          <p:cNvSpPr txBox="1">
            <a:spLocks noGrp="1"/>
          </p:cNvSpPr>
          <p:nvPr>
            <p:ph type="subTitle" idx="3"/>
          </p:nvPr>
        </p:nvSpPr>
        <p:spPr>
          <a:xfrm>
            <a:off x="763948" y="1550049"/>
            <a:ext cx="3123250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 smtClean="0"/>
              <a:t>Nosso projeto oferecerá oportunidades para parcerias com a faculdade, promovendo a eficiência do estudante.</a:t>
            </a:r>
            <a:endParaRPr sz="1400" dirty="0"/>
          </a:p>
        </p:txBody>
      </p:sp>
      <p:sp>
        <p:nvSpPr>
          <p:cNvPr id="790" name="Google Shape;790;p35"/>
          <p:cNvSpPr txBox="1">
            <a:spLocks noGrp="1"/>
          </p:cNvSpPr>
          <p:nvPr>
            <p:ph type="subTitle" idx="4"/>
          </p:nvPr>
        </p:nvSpPr>
        <p:spPr>
          <a:xfrm>
            <a:off x="763948" y="3249383"/>
            <a:ext cx="3123251" cy="9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 smtClean="0"/>
              <a:t>Nosso projeto ajudará à demonstrar um compromisso com a modernização e o bem-estar dos estudantes, assim fortalecendo a reputação da instituição.</a:t>
            </a:r>
            <a:endParaRPr sz="1400" dirty="0"/>
          </a:p>
        </p:txBody>
      </p:sp>
      <p:sp>
        <p:nvSpPr>
          <p:cNvPr id="792" name="Google Shape;792;p35"/>
          <p:cNvSpPr txBox="1">
            <a:spLocks noGrp="1"/>
          </p:cNvSpPr>
          <p:nvPr>
            <p:ph type="subTitle" idx="8"/>
          </p:nvPr>
        </p:nvSpPr>
        <p:spPr>
          <a:xfrm>
            <a:off x="3887198" y="1946474"/>
            <a:ext cx="3502429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Diferencial Competitivo</a:t>
            </a:r>
            <a:endParaRPr sz="2000" dirty="0"/>
          </a:p>
        </p:txBody>
      </p:sp>
      <p:sp>
        <p:nvSpPr>
          <p:cNvPr id="796" name="Google Shape;796;p35"/>
          <p:cNvSpPr txBox="1">
            <a:spLocks noGrp="1"/>
          </p:cNvSpPr>
          <p:nvPr>
            <p:ph type="subTitle" idx="13"/>
          </p:nvPr>
        </p:nvSpPr>
        <p:spPr>
          <a:xfrm>
            <a:off x="708902" y="1217254"/>
            <a:ext cx="338774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Parcerias Institucionais</a:t>
            </a:r>
            <a:endParaRPr sz="2000" dirty="0"/>
          </a:p>
        </p:txBody>
      </p:sp>
      <p:sp>
        <p:nvSpPr>
          <p:cNvPr id="797" name="Google Shape;797;p35"/>
          <p:cNvSpPr txBox="1">
            <a:spLocks noGrp="1"/>
          </p:cNvSpPr>
          <p:nvPr>
            <p:ph type="subTitle" idx="14"/>
          </p:nvPr>
        </p:nvSpPr>
        <p:spPr>
          <a:xfrm>
            <a:off x="721419" y="2819883"/>
            <a:ext cx="3375223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Melhoria da Imagem Institucional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 Viabilidade Técnica</a:t>
            </a:r>
            <a:endParaRPr dirty="0"/>
          </a:p>
        </p:txBody>
      </p:sp>
      <p:sp>
        <p:nvSpPr>
          <p:cNvPr id="845" name="Google Shape;845;p40"/>
          <p:cNvSpPr txBox="1"/>
          <p:nvPr/>
        </p:nvSpPr>
        <p:spPr>
          <a:xfrm>
            <a:off x="1548591" y="1389817"/>
            <a:ext cx="3353018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rPr>
              <a:t>Técnologia de Mapeamento Avançada</a:t>
            </a:r>
            <a:endParaRPr sz="1800" dirty="0">
              <a:solidFill>
                <a:schemeClr val="dk1"/>
              </a:solidFill>
              <a:latin typeface="Bodoni Moda Black"/>
              <a:ea typeface="Bodoni Moda Black"/>
              <a:cs typeface="Bodoni Moda Black"/>
              <a:sym typeface="Bodoni Moda Black"/>
            </a:endParaRPr>
          </a:p>
        </p:txBody>
      </p:sp>
      <p:sp>
        <p:nvSpPr>
          <p:cNvPr id="846" name="Google Shape;846;p40"/>
          <p:cNvSpPr txBox="1"/>
          <p:nvPr/>
        </p:nvSpPr>
        <p:spPr>
          <a:xfrm>
            <a:off x="1546583" y="2366614"/>
            <a:ext cx="4269425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smtClean="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rPr>
              <a:t>Integração com </a:t>
            </a:r>
            <a:r>
              <a:rPr lang="pt-BR" sz="1800" dirty="0" err="1" smtClean="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rPr>
              <a:t>Sis</a:t>
            </a:r>
            <a:r>
              <a:rPr lang="pt-BR" sz="1800" dirty="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rPr>
              <a:t>.</a:t>
            </a:r>
            <a:r>
              <a:rPr lang="pt-BR" sz="1800" dirty="0" smtClean="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rPr>
              <a:t> Existentes</a:t>
            </a:r>
            <a:endParaRPr sz="1800" dirty="0">
              <a:solidFill>
                <a:schemeClr val="dk1"/>
              </a:solidFill>
              <a:latin typeface="Bodoni Moda Black"/>
              <a:ea typeface="Bodoni Moda Black"/>
              <a:cs typeface="Bodoni Moda Black"/>
              <a:sym typeface="Bodoni Moda Black"/>
            </a:endParaRPr>
          </a:p>
        </p:txBody>
      </p:sp>
      <p:sp>
        <p:nvSpPr>
          <p:cNvPr id="847" name="Google Shape;847;p40"/>
          <p:cNvSpPr txBox="1"/>
          <p:nvPr/>
        </p:nvSpPr>
        <p:spPr>
          <a:xfrm>
            <a:off x="1546584" y="3335267"/>
            <a:ext cx="336479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dk1"/>
                </a:solidFill>
                <a:latin typeface="Bodoni Moda Black"/>
                <a:ea typeface="Bodoni Moda Black"/>
                <a:cs typeface="Bodoni Moda Black"/>
                <a:sym typeface="Bodoni Moda Black"/>
              </a:rPr>
              <a:t>Atualizações Contínuas</a:t>
            </a:r>
            <a:endParaRPr sz="1800" dirty="0">
              <a:solidFill>
                <a:schemeClr val="dk1"/>
              </a:solidFill>
              <a:latin typeface="Bodoni Moda Black"/>
              <a:ea typeface="Bodoni Moda Black"/>
              <a:cs typeface="Bodoni Moda Black"/>
              <a:sym typeface="Bodoni Moda Black"/>
            </a:endParaRPr>
          </a:p>
        </p:txBody>
      </p:sp>
      <p:sp>
        <p:nvSpPr>
          <p:cNvPr id="851" name="Google Shape;851;p40"/>
          <p:cNvSpPr txBox="1"/>
          <p:nvPr/>
        </p:nvSpPr>
        <p:spPr>
          <a:xfrm>
            <a:off x="1548591" y="1850384"/>
            <a:ext cx="4426907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 smtClean="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Utilizaremos algoritmos de mapeamento precisos para garantir rotas eficientes.</a:t>
            </a:r>
            <a:endParaRPr sz="1600" dirty="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852" name="Google Shape;852;p40"/>
          <p:cNvSpPr txBox="1"/>
          <p:nvPr/>
        </p:nvSpPr>
        <p:spPr>
          <a:xfrm>
            <a:off x="1546584" y="2821067"/>
            <a:ext cx="4099304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smtClean="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Compatibilidade fácil com sistemas de informação da faculdade.</a:t>
            </a:r>
            <a:endParaRPr sz="1600" dirty="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853" name="Google Shape;853;p40"/>
          <p:cNvSpPr txBox="1"/>
          <p:nvPr/>
        </p:nvSpPr>
        <p:spPr>
          <a:xfrm>
            <a:off x="1546584" y="3789720"/>
            <a:ext cx="4269424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smtClean="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Temos um compromisso com melhorias constantes para acompanhar mudanças no campus.</a:t>
            </a:r>
            <a:endParaRPr sz="1600" dirty="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8"/>
          <p:cNvSpPr/>
          <p:nvPr/>
        </p:nvSpPr>
        <p:spPr>
          <a:xfrm>
            <a:off x="6145075" y="1518463"/>
            <a:ext cx="183300" cy="183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8"/>
          <p:cNvSpPr/>
          <p:nvPr/>
        </p:nvSpPr>
        <p:spPr>
          <a:xfrm>
            <a:off x="6145075" y="2349250"/>
            <a:ext cx="183300" cy="183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8"/>
          <p:cNvSpPr/>
          <p:nvPr/>
        </p:nvSpPr>
        <p:spPr>
          <a:xfrm>
            <a:off x="6145075" y="3224325"/>
            <a:ext cx="183300" cy="18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8"/>
          <p:cNvSpPr/>
          <p:nvPr/>
        </p:nvSpPr>
        <p:spPr>
          <a:xfrm>
            <a:off x="6145075" y="4010825"/>
            <a:ext cx="183300" cy="18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8"/>
          <p:cNvSpPr txBox="1">
            <a:spLocks noGrp="1"/>
          </p:cNvSpPr>
          <p:nvPr>
            <p:ph type="title" idx="4294967295"/>
          </p:nvPr>
        </p:nvSpPr>
        <p:spPr>
          <a:xfrm>
            <a:off x="6369563" y="3797821"/>
            <a:ext cx="2221544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Q4.Testes e Qualidade de Software</a:t>
            </a:r>
            <a:endParaRPr sz="1400" dirty="0"/>
          </a:p>
        </p:txBody>
      </p:sp>
      <p:sp>
        <p:nvSpPr>
          <p:cNvPr id="825" name="Google Shape;825;p38"/>
          <p:cNvSpPr txBox="1">
            <a:spLocks noGrp="1"/>
          </p:cNvSpPr>
          <p:nvPr>
            <p:ph type="subTitle" idx="4294967295"/>
          </p:nvPr>
        </p:nvSpPr>
        <p:spPr>
          <a:xfrm>
            <a:off x="6369563" y="4116263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$8,000 </a:t>
            </a:r>
            <a:r>
              <a:rPr lang="en" dirty="0" smtClean="0"/>
              <a:t>- $12,000</a:t>
            </a:r>
            <a:endParaRPr dirty="0"/>
          </a:p>
        </p:txBody>
      </p:sp>
      <p:sp>
        <p:nvSpPr>
          <p:cNvPr id="826" name="Google Shape;826;p38"/>
          <p:cNvSpPr txBox="1">
            <a:spLocks noGrp="1"/>
          </p:cNvSpPr>
          <p:nvPr>
            <p:ph type="title" idx="4294967295"/>
          </p:nvPr>
        </p:nvSpPr>
        <p:spPr>
          <a:xfrm>
            <a:off x="6369563" y="3044925"/>
            <a:ext cx="2054436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Q3.Integração com Sis. </a:t>
            </a:r>
            <a:r>
              <a:rPr lang="pt-BR" sz="1400" dirty="0" smtClean="0"/>
              <a:t>D</a:t>
            </a:r>
            <a:r>
              <a:rPr lang="en" sz="1400" dirty="0" smtClean="0"/>
              <a:t>e Faculdade</a:t>
            </a:r>
            <a:endParaRPr sz="1400" dirty="0"/>
          </a:p>
        </p:txBody>
      </p:sp>
      <p:sp>
        <p:nvSpPr>
          <p:cNvPr id="827" name="Google Shape;827;p38"/>
          <p:cNvSpPr txBox="1">
            <a:spLocks noGrp="1"/>
          </p:cNvSpPr>
          <p:nvPr>
            <p:ph type="subTitle" idx="4294967295"/>
          </p:nvPr>
        </p:nvSpPr>
        <p:spPr>
          <a:xfrm>
            <a:off x="6369563" y="3285734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$15,000 </a:t>
            </a:r>
            <a:r>
              <a:rPr lang="en" dirty="0" smtClean="0"/>
              <a:t>- </a:t>
            </a:r>
            <a:r>
              <a:rPr lang="en" dirty="0" smtClean="0"/>
              <a:t> $25,000</a:t>
            </a:r>
            <a:endParaRPr dirty="0"/>
          </a:p>
        </p:txBody>
      </p:sp>
      <p:sp>
        <p:nvSpPr>
          <p:cNvPr id="828" name="Google Shape;828;p38"/>
          <p:cNvSpPr txBox="1">
            <a:spLocks noGrp="1"/>
          </p:cNvSpPr>
          <p:nvPr>
            <p:ph type="title" idx="4294967295"/>
          </p:nvPr>
        </p:nvSpPr>
        <p:spPr>
          <a:xfrm>
            <a:off x="6369563" y="2188181"/>
            <a:ext cx="1881302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Q2.Mapeamento e Geolocalização</a:t>
            </a:r>
            <a:endParaRPr sz="1400" dirty="0"/>
          </a:p>
        </p:txBody>
      </p:sp>
      <p:sp>
        <p:nvSpPr>
          <p:cNvPr id="829" name="Google Shape;829;p38"/>
          <p:cNvSpPr txBox="1">
            <a:spLocks noGrp="1"/>
          </p:cNvSpPr>
          <p:nvPr>
            <p:ph type="subTitle" idx="4294967295"/>
          </p:nvPr>
        </p:nvSpPr>
        <p:spPr>
          <a:xfrm>
            <a:off x="6369563" y="2437153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$10,000 - $15,000</a:t>
            </a:r>
            <a:endParaRPr dirty="0"/>
          </a:p>
        </p:txBody>
      </p:sp>
      <p:sp>
        <p:nvSpPr>
          <p:cNvPr id="830" name="Google Shape;830;p38"/>
          <p:cNvSpPr txBox="1">
            <a:spLocks noGrp="1"/>
          </p:cNvSpPr>
          <p:nvPr>
            <p:ph type="title" idx="4294967295"/>
          </p:nvPr>
        </p:nvSpPr>
        <p:spPr>
          <a:xfrm>
            <a:off x="6369562" y="1306235"/>
            <a:ext cx="2317237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Q1.Desenvolvimento de Software</a:t>
            </a:r>
            <a:endParaRPr sz="1400" dirty="0"/>
          </a:p>
        </p:txBody>
      </p:sp>
      <p:sp>
        <p:nvSpPr>
          <p:cNvPr id="831" name="Google Shape;831;p38"/>
          <p:cNvSpPr txBox="1">
            <a:spLocks noGrp="1"/>
          </p:cNvSpPr>
          <p:nvPr>
            <p:ph type="subTitle" idx="4294967295"/>
          </p:nvPr>
        </p:nvSpPr>
        <p:spPr>
          <a:xfrm>
            <a:off x="6369562" y="1540871"/>
            <a:ext cx="2054437" cy="3288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$50,000 - $80,000</a:t>
            </a:r>
            <a:endParaRPr dirty="0"/>
          </a:p>
        </p:txBody>
      </p:sp>
      <p:pic>
        <p:nvPicPr>
          <p:cNvPr id="833" name="Google Shape;833;p3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318" y="983015"/>
            <a:ext cx="4703421" cy="29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1"/>
          <p:cNvSpPr txBox="1">
            <a:spLocks noGrp="1"/>
          </p:cNvSpPr>
          <p:nvPr>
            <p:ph type="title"/>
          </p:nvPr>
        </p:nvSpPr>
        <p:spPr>
          <a:xfrm>
            <a:off x="840814" y="2309925"/>
            <a:ext cx="782472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Obrigado!</a:t>
            </a:r>
            <a:endParaRPr sz="4800" dirty="0"/>
          </a:p>
        </p:txBody>
      </p:sp>
      <p:grpSp>
        <p:nvGrpSpPr>
          <p:cNvPr id="683" name="Google Shape;683;p31"/>
          <p:cNvGrpSpPr/>
          <p:nvPr/>
        </p:nvGrpSpPr>
        <p:grpSpPr>
          <a:xfrm rot="861772">
            <a:off x="5443886" y="2731454"/>
            <a:ext cx="2235378" cy="2026115"/>
            <a:chOff x="6580738" y="173253"/>
            <a:chExt cx="2235378" cy="2026115"/>
          </a:xfrm>
        </p:grpSpPr>
        <p:grpSp>
          <p:nvGrpSpPr>
            <p:cNvPr id="684" name="Google Shape;684;p31"/>
            <p:cNvGrpSpPr/>
            <p:nvPr/>
          </p:nvGrpSpPr>
          <p:grpSpPr>
            <a:xfrm rot="-8646322">
              <a:off x="7077577" y="460828"/>
              <a:ext cx="1450963" cy="1450963"/>
              <a:chOff x="-455530" y="351567"/>
              <a:chExt cx="1555200" cy="1555200"/>
            </a:xfrm>
          </p:grpSpPr>
          <p:sp>
            <p:nvSpPr>
              <p:cNvPr id="685" name="Google Shape;685;p31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1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7" name="Google Shape;687;p31"/>
            <p:cNvGrpSpPr/>
            <p:nvPr/>
          </p:nvGrpSpPr>
          <p:grpSpPr>
            <a:xfrm rot="6158882">
              <a:off x="6721995" y="460796"/>
              <a:ext cx="1451066" cy="1451066"/>
              <a:chOff x="-455530" y="351567"/>
              <a:chExt cx="1555200" cy="1555200"/>
            </a:xfrm>
          </p:grpSpPr>
          <p:sp>
            <p:nvSpPr>
              <p:cNvPr id="688" name="Google Shape;688;p31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1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oogle Shape;683;p31"/>
          <p:cNvGrpSpPr/>
          <p:nvPr/>
        </p:nvGrpSpPr>
        <p:grpSpPr>
          <a:xfrm rot="19943404">
            <a:off x="1790605" y="718206"/>
            <a:ext cx="2235378" cy="2026115"/>
            <a:chOff x="6580738" y="173253"/>
            <a:chExt cx="2235378" cy="2026115"/>
          </a:xfrm>
        </p:grpSpPr>
        <p:grpSp>
          <p:nvGrpSpPr>
            <p:cNvPr id="13" name="Google Shape;684;p31"/>
            <p:cNvGrpSpPr/>
            <p:nvPr/>
          </p:nvGrpSpPr>
          <p:grpSpPr>
            <a:xfrm rot="-8646322">
              <a:off x="7077577" y="460828"/>
              <a:ext cx="1450963" cy="1450963"/>
              <a:chOff x="-455530" y="351567"/>
              <a:chExt cx="1555200" cy="1555200"/>
            </a:xfrm>
          </p:grpSpPr>
          <p:sp>
            <p:nvSpPr>
              <p:cNvPr id="17" name="Google Shape;685;p31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86;p31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687;p31"/>
            <p:cNvGrpSpPr/>
            <p:nvPr/>
          </p:nvGrpSpPr>
          <p:grpSpPr>
            <a:xfrm rot="6158882">
              <a:off x="6721995" y="460796"/>
              <a:ext cx="1451066" cy="1451066"/>
              <a:chOff x="-455530" y="351567"/>
              <a:chExt cx="1555200" cy="1555200"/>
            </a:xfrm>
          </p:grpSpPr>
          <p:sp>
            <p:nvSpPr>
              <p:cNvPr id="15" name="Google Shape;688;p31"/>
              <p:cNvSpPr/>
              <p:nvPr/>
            </p:nvSpPr>
            <p:spPr>
              <a:xfrm rot="9370420">
                <a:off x="-267584" y="539513"/>
                <a:ext cx="1179308" cy="1179308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89;p31"/>
              <p:cNvSpPr/>
              <p:nvPr/>
            </p:nvSpPr>
            <p:spPr>
              <a:xfrm>
                <a:off x="671950" y="1525900"/>
                <a:ext cx="82500" cy="82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Lavender and White Pitch Deck by Slidesgo">
  <a:themeElements>
    <a:clrScheme name="Simple Light">
      <a:dk1>
        <a:srgbClr val="320E6E"/>
      </a:dk1>
      <a:lt1>
        <a:srgbClr val="D4BEE9"/>
      </a:lt1>
      <a:dk2>
        <a:srgbClr val="F0E8F8"/>
      </a:dk2>
      <a:lt2>
        <a:srgbClr val="785AA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259</Words>
  <Application>Microsoft Office PowerPoint</Application>
  <PresentationFormat>Apresentação na tela (16:9)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Chivo</vt:lpstr>
      <vt:lpstr>Bodoni Moda</vt:lpstr>
      <vt:lpstr>Bodoni Moda Black</vt:lpstr>
      <vt:lpstr>Arial</vt:lpstr>
      <vt:lpstr>Lavender and White Pitch Deck by Slidesgo</vt:lpstr>
      <vt:lpstr>Projeto – Mobilidade no Campus</vt:lpstr>
      <vt:lpstr>Introdução</vt:lpstr>
      <vt:lpstr>Apresentação do PowerPoint</vt:lpstr>
      <vt:lpstr>02 Valores de Negócio</vt:lpstr>
      <vt:lpstr>03 Viabilidade Técnica</vt:lpstr>
      <vt:lpstr>Q4.Testes e Qualidade de Software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Lavender and White Pitch Deck</dc:title>
  <cp:lastModifiedBy>naina</cp:lastModifiedBy>
  <cp:revision>13</cp:revision>
  <dcterms:modified xsi:type="dcterms:W3CDTF">2023-11-11T07:33:55Z</dcterms:modified>
</cp:coreProperties>
</file>